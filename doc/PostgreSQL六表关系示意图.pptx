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d4ccc0db0e44dd" /><Relationship Type="http://schemas.openxmlformats.org/officeDocument/2006/relationships/extended-properties" Target="/docProps/app.xml" Id="R670d9d5dd8624b52" /><Relationship Type="http://schemas.openxmlformats.org/officeDocument/2006/relationships/officeDocument" Target="/ppt/presentation.xml" Id="R8f2366d0a5c840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5ed9dfa5be4a83"/>
  </p:sldMasterIdLst>
  <p:notesMasterIdLst>
    <p:notesMasterId xmlns:r="http://schemas.openxmlformats.org/officeDocument/2006/relationships" r:id="R8c8e56c3cb1f4e0e"/>
  </p:notesMasterIdLst>
  <p:sldIdLst>
    <p:sldId xmlns:r="http://schemas.openxmlformats.org/officeDocument/2006/relationships" id="256" r:id="Rad674181ed094c2c"/>
    <p:sldId xmlns:r="http://schemas.openxmlformats.org/officeDocument/2006/relationships" id="257" r:id="Rf264375855b74b8f"/>
    <p:sldId xmlns:r="http://schemas.openxmlformats.org/officeDocument/2006/relationships" id="258" r:id="Rc147cdf0ef3c4e8e"/>
    <p:sldId xmlns:r="http://schemas.openxmlformats.org/officeDocument/2006/relationships" id="259" r:id="R3576a06ab21f4f43"/>
    <p:sldId xmlns:r="http://schemas.openxmlformats.org/officeDocument/2006/relationships" id="260" r:id="Rb9628be9f22d4091"/>
    <p:sldId xmlns:r="http://schemas.openxmlformats.org/officeDocument/2006/relationships" id="261" r:id="R9019104d9aa1467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36517b4d6c4430" /><Relationship Type="http://schemas.openxmlformats.org/officeDocument/2006/relationships/slideMaster" Target="/ppt/slideMasters/slideMaster1.xml" Id="Re85ed9dfa5be4a83" /><Relationship Type="http://schemas.openxmlformats.org/officeDocument/2006/relationships/notesMaster" Target="/ppt/notesMasters/notesMaster1.xml" Id="R8c8e56c3cb1f4e0e" /><Relationship Type="http://schemas.openxmlformats.org/officeDocument/2006/relationships/presProps" Target="/ppt/presProps.xml" Id="Rcf2fe76d40a74f32" /><Relationship Type="http://schemas.openxmlformats.org/officeDocument/2006/relationships/viewProps" Target="/ppt/viewProps.xml" Id="R4d3f0c28263f45c2" /><Relationship Type="http://schemas.openxmlformats.org/officeDocument/2006/relationships/tableStyles" Target="/ppt/tableStyles.xml" Id="R76077fdc3a9a4028" /><Relationship Type="http://schemas.openxmlformats.org/officeDocument/2006/relationships/slide" Target="/ppt/slides/slide1.xml" Id="Rad674181ed094c2c" /><Relationship Type="http://schemas.openxmlformats.org/officeDocument/2006/relationships/slide" Target="/ppt/slides/slide2.xml" Id="Rf264375855b74b8f" /><Relationship Type="http://schemas.openxmlformats.org/officeDocument/2006/relationships/slide" Target="/ppt/slides/slide3.xml" Id="Rc147cdf0ef3c4e8e" /><Relationship Type="http://schemas.openxmlformats.org/officeDocument/2006/relationships/slide" Target="/ppt/slides/slide4.xml" Id="R3576a06ab21f4f43" /><Relationship Type="http://schemas.openxmlformats.org/officeDocument/2006/relationships/slide" Target="/ppt/slides/slide5.xml" Id="Rb9628be9f22d4091" /><Relationship Type="http://schemas.openxmlformats.org/officeDocument/2006/relationships/slide" Target="/ppt/slides/slide6.xml" Id="R9019104d9aa146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a2fcff263246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04258b7bc54376" /><Relationship Type="http://schemas.openxmlformats.org/officeDocument/2006/relationships/notesMaster" Target="/ppt/notesMasters/notesMaster1.xml" Id="R85ad0f477b2944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b076cccd9d4d6a" /><Relationship Type="http://schemas.openxmlformats.org/officeDocument/2006/relationships/notesMaster" Target="/ppt/notesMasters/notesMaster1.xml" Id="Rd5b8c2994d5e4f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d10688a5884545" /><Relationship Type="http://schemas.openxmlformats.org/officeDocument/2006/relationships/notesMaster" Target="/ppt/notesMasters/notesMaster1.xml" Id="R19e4d591b2484e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b748a03cde4dc0" /><Relationship Type="http://schemas.openxmlformats.org/officeDocument/2006/relationships/notesMaster" Target="/ppt/notesMasters/notesMaster1.xml" Id="R079b40e2eaf34e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d9ca8393434cf5" /><Relationship Type="http://schemas.openxmlformats.org/officeDocument/2006/relationships/notesMaster" Target="/ppt/notesMasters/notesMaster1.xml" Id="Rf9b17b1ccf3d42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d66dbd628943a8" /><Relationship Type="http://schemas.openxmlformats.org/officeDocument/2006/relationships/notesMaster" Target="/ppt/notesMasters/notesMaster1.xml" Id="Ra8d72866f83943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35e31d8dc34f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42c4db02b34073" /><Relationship Type="http://schemas.openxmlformats.org/officeDocument/2006/relationships/slideLayout" Target="/ppt/slideLayouts/slideLayout1.xml" Id="R96ae7613b0474a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ae7613b0474a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6e6b583394248" /><Relationship Type="http://schemas.openxmlformats.org/officeDocument/2006/relationships/notesSlide" Target="/ppt/notesSlides/notesSlide1.xml" Id="R94431685bccd46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a8dbb595f4b29" /><Relationship Type="http://schemas.openxmlformats.org/officeDocument/2006/relationships/notesSlide" Target="/ppt/notesSlides/notesSlide2.xml" Id="Rdd403b1974e143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6d37e07b140df" /><Relationship Type="http://schemas.openxmlformats.org/officeDocument/2006/relationships/notesSlide" Target="/ppt/notesSlides/notesSlide3.xml" Id="R3a8d2631342849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6baa4a54d441d" /><Relationship Type="http://schemas.openxmlformats.org/officeDocument/2006/relationships/notesSlide" Target="/ppt/notesSlides/notesSlide4.xml" Id="R16160f4237034f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9971343354d27" /><Relationship Type="http://schemas.openxmlformats.org/officeDocument/2006/relationships/notesSlide" Target="/ppt/notesSlides/notesSlide5.xml" Id="R5c405504c4ac4b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10ce5ecdf43d4" /><Relationship Type="http://schemas.openxmlformats.org/officeDocument/2006/relationships/notesSlide" Target="/ppt/notesSlides/notesSlide6.xml" Id="R2d4478c2625c49b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04C75719-1AC5-4302-B2FE-B2DE5264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8166223-8681-414E-A48E-1A9F84AF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9A35F44D-5874-4061-907E-7C3C16F1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8033DD9C-CBC2-4C04-8F4A-1FB52D39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rPr>
              <a:t>POSTGRESQL · 数据模型总览</a:t>
            </a:r>
          </a:p>
        </p:txBody>
      </p:sp>
      <p:sp>
        <p:nvSpPr>
          <p:cNvPr id="5" name="claim-title-1">
            <a:extLst xmlns:a="http://schemas.openxmlformats.org/drawingml/2006/main">
              <a:ext uri="{FF2B5EF4-FFF2-40B4-BE49-F238E27FC236}">
                <a16:creationId xmlns:a16="http://schemas.microsoft.com/office/drawing/2014/main" id="{F9B4F27B-E321-43AE-83E8-5E1ECC8E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096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rPr>
              <a:t>六张表围绕用户、知识库与会话形成两条主链路</a:t>
            </a:r>
          </a:p>
        </p:txBody>
      </p:sp>
      <p:sp>
        <p:nvSpPr>
          <p:cNvPr id="6" name="support-1">
            <a:extLst xmlns:a="http://schemas.openxmlformats.org/drawingml/2006/main">
              <a:ext uri="{FF2B5EF4-FFF2-40B4-BE49-F238E27FC236}">
                <a16:creationId xmlns:a16="http://schemas.microsoft.com/office/drawing/2014/main" id="{087277CA-7342-4514-912D-2C6D1E40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95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用户拥有知识库、文件和会话；知识库复用文件，会话按知识库组织并持续累积消息。</a:t>
            </a:r>
          </a:p>
        </p:txBody>
      </p:sp>
      <p:sp>
        <p:nvSpPr>
          <p:cNvPr id="7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3AE55EA4-6262-4681-BCC8-040830FB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-note-1">
            <a:extLst xmlns:a="http://schemas.openxmlformats.org/drawingml/2006/main">
              <a:ext uri="{FF2B5EF4-FFF2-40B4-BE49-F238E27FC236}">
                <a16:creationId xmlns:a16="http://schemas.microsoft.com/office/drawing/2014/main" id="{E2E842F3-7E33-4E5C-BAFA-D04DA0FA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注：原 DDL 未声明 FOREIGN KEY；图中 FK* 与关系线依据字段命名和类型语义推导。</a:t>
            </a:r>
          </a:p>
        </p:txBody>
      </p:sp>
      <p:sp>
        <p:nvSpPr>
          <p:cNvPr id="9" name="page-1">
            <a:extLst xmlns:a="http://schemas.openxmlformats.org/drawingml/2006/main">
              <a:ext uri="{FF2B5EF4-FFF2-40B4-BE49-F238E27FC236}">
                <a16:creationId xmlns:a16="http://schemas.microsoft.com/office/drawing/2014/main" id="{2461E21F-7061-412C-9FEC-25D5B097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0" name="entity-users">
            <a:extLst xmlns:a="http://schemas.openxmlformats.org/drawingml/2006/main">
              <a:ext uri="{FF2B5EF4-FFF2-40B4-BE49-F238E27FC236}">
                <a16:creationId xmlns:a16="http://schemas.microsoft.com/office/drawing/2014/main" id="{F04AE41B-FE1A-4EBA-B5FC-7DC242CF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04950"/>
            <a:ext cx="2571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11" name="entity-users-accent">
            <a:extLst xmlns:a="http://schemas.openxmlformats.org/drawingml/2006/main">
              <a:ext uri="{FF2B5EF4-FFF2-40B4-BE49-F238E27FC236}">
                <a16:creationId xmlns:a16="http://schemas.microsoft.com/office/drawing/2014/main" id="{47367345-737A-43B7-B7A5-EF0DE565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04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entity-users-title">
            <a:extLst xmlns:a="http://schemas.openxmlformats.org/drawingml/2006/main">
              <a:ext uri="{FF2B5EF4-FFF2-40B4-BE49-F238E27FC236}">
                <a16:creationId xmlns:a16="http://schemas.microsoft.com/office/drawing/2014/main" id="{64653938-EBF6-477F-95D8-E04DD023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81150"/>
            <a:ext cx="2266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F6F2E8"/>
                </a:solidFill>
                <a:latin typeface="Menlo"/>
                <a:ea typeface="Menlo"/>
                <a:cs typeface="Menlo"/>
              </a:rPr>
              <a:t>users</a:t>
            </a:r>
          </a:p>
        </p:txBody>
      </p:sp>
      <p:sp>
        <p:nvSpPr>
          <p:cNvPr id="13" name="entity-users-subtitle">
            <a:extLst xmlns:a="http://schemas.openxmlformats.org/drawingml/2006/main">
              <a:ext uri="{FF2B5EF4-FFF2-40B4-BE49-F238E27FC236}">
                <a16:creationId xmlns:a16="http://schemas.microsoft.com/office/drawing/2014/main" id="{991B2967-8510-43F1-A82C-6CA0F3BB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00225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用户账户</a:t>
            </a:r>
          </a:p>
        </p:txBody>
      </p:sp>
      <p:sp>
        <p:nvSpPr>
          <p:cNvPr id="14" name="entity-users-header-rule">
            <a:extLst xmlns:a="http://schemas.openxmlformats.org/drawingml/2006/main">
              <a:ext uri="{FF2B5EF4-FFF2-40B4-BE49-F238E27FC236}">
                <a16:creationId xmlns:a16="http://schemas.microsoft.com/office/drawing/2014/main" id="{A613C014-5604-4530-88EF-43A948B7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81200"/>
            <a:ext cx="226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entity-users-tag-0">
            <a:extLst xmlns:a="http://schemas.openxmlformats.org/drawingml/2006/main">
              <a:ext uri="{FF2B5EF4-FFF2-40B4-BE49-F238E27FC236}">
                <a16:creationId xmlns:a16="http://schemas.microsoft.com/office/drawing/2014/main" id="{04C3C78B-D15F-445A-BBBB-E2FD7737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028825"/>
            <a:ext cx="304800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rPr>
              <a:t>PK</a:t>
            </a:r>
          </a:p>
        </p:txBody>
      </p:sp>
      <p:sp>
        <p:nvSpPr>
          <p:cNvPr id="16" name="entity-users-field-0">
            <a:extLst xmlns:a="http://schemas.openxmlformats.org/drawingml/2006/main">
              <a:ext uri="{FF2B5EF4-FFF2-40B4-BE49-F238E27FC236}">
                <a16:creationId xmlns:a16="http://schemas.microsoft.com/office/drawing/2014/main" id="{64061DD4-33E0-455F-A139-DE017B24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019300"/>
            <a:ext cx="1183005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id</a:t>
            </a:r>
          </a:p>
        </p:txBody>
      </p:sp>
      <p:sp>
        <p:nvSpPr>
          <p:cNvPr id="17" name="entity-users-type-0">
            <a:extLst xmlns:a="http://schemas.openxmlformats.org/drawingml/2006/main">
              <a:ext uri="{FF2B5EF4-FFF2-40B4-BE49-F238E27FC236}">
                <a16:creationId xmlns:a16="http://schemas.microsoft.com/office/drawing/2014/main" id="{F13267DB-1670-482D-8312-066C1992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19300"/>
            <a:ext cx="650558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bigserial</a:t>
            </a:r>
          </a:p>
        </p:txBody>
      </p:sp>
      <p:sp>
        <p:nvSpPr>
          <p:cNvPr id="18" name="entity-users-tag-1">
            <a:extLst xmlns:a="http://schemas.openxmlformats.org/drawingml/2006/main">
              <a:ext uri="{FF2B5EF4-FFF2-40B4-BE49-F238E27FC236}">
                <a16:creationId xmlns:a16="http://schemas.microsoft.com/office/drawing/2014/main" id="{F26F02F5-FCAD-4087-8FDE-A2477352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205038"/>
            <a:ext cx="304800" cy="157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rPr>
              <a:t>UQ</a:t>
            </a:r>
          </a:p>
        </p:txBody>
      </p:sp>
      <p:sp>
        <p:nvSpPr>
          <p:cNvPr id="19" name="entity-users-field-1">
            <a:extLst xmlns:a="http://schemas.openxmlformats.org/drawingml/2006/main">
              <a:ext uri="{FF2B5EF4-FFF2-40B4-BE49-F238E27FC236}">
                <a16:creationId xmlns:a16="http://schemas.microsoft.com/office/drawing/2014/main" id="{7C15411B-4E32-45DB-A502-89BCE2B4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195513"/>
            <a:ext cx="1183005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username</a:t>
            </a:r>
          </a:p>
        </p:txBody>
      </p:sp>
      <p:sp>
        <p:nvSpPr>
          <p:cNvPr id="20" name="entity-users-type-1">
            <a:extLst xmlns:a="http://schemas.openxmlformats.org/drawingml/2006/main">
              <a:ext uri="{FF2B5EF4-FFF2-40B4-BE49-F238E27FC236}">
                <a16:creationId xmlns:a16="http://schemas.microsoft.com/office/drawing/2014/main" id="{3ACD22F3-41EB-4810-A7B4-D93CD278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95513"/>
            <a:ext cx="650558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text</a:t>
            </a:r>
          </a:p>
        </p:txBody>
      </p:sp>
      <p:sp>
        <p:nvSpPr>
          <p:cNvPr id="21" name="entity-users-field-2">
            <a:extLst xmlns:a="http://schemas.openxmlformats.org/drawingml/2006/main">
              <a:ext uri="{FF2B5EF4-FFF2-40B4-BE49-F238E27FC236}">
                <a16:creationId xmlns:a16="http://schemas.microsoft.com/office/drawing/2014/main" id="{101A88F5-EA0D-4469-8342-454235B9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371725"/>
            <a:ext cx="1183005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password_hash</a:t>
            </a:r>
          </a:p>
        </p:txBody>
      </p:sp>
      <p:sp>
        <p:nvSpPr>
          <p:cNvPr id="22" name="entity-users-type-2">
            <a:extLst xmlns:a="http://schemas.openxmlformats.org/drawingml/2006/main">
              <a:ext uri="{FF2B5EF4-FFF2-40B4-BE49-F238E27FC236}">
                <a16:creationId xmlns:a16="http://schemas.microsoft.com/office/drawing/2014/main" id="{A7FB450D-73FB-44FC-B0FC-258077EC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71725"/>
            <a:ext cx="650558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text</a:t>
            </a:r>
          </a:p>
        </p:txBody>
      </p:sp>
      <p:sp>
        <p:nvSpPr>
          <p:cNvPr id="23" name="entity-users-field-3">
            <a:extLst xmlns:a="http://schemas.openxmlformats.org/drawingml/2006/main">
              <a:ext uri="{FF2B5EF4-FFF2-40B4-BE49-F238E27FC236}">
                <a16:creationId xmlns:a16="http://schemas.microsoft.com/office/drawing/2014/main" id="{F0B23394-68EF-4988-8324-4517D3D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547938"/>
            <a:ext cx="1183005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created_at</a:t>
            </a:r>
          </a:p>
        </p:txBody>
      </p:sp>
      <p:sp>
        <p:nvSpPr>
          <p:cNvPr id="24" name="entity-users-type-3">
            <a:extLst xmlns:a="http://schemas.openxmlformats.org/drawingml/2006/main">
              <a:ext uri="{FF2B5EF4-FFF2-40B4-BE49-F238E27FC236}">
                <a16:creationId xmlns:a16="http://schemas.microsoft.com/office/drawing/2014/main" id="{29CED199-F97E-414A-8CAB-E057A099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47938"/>
            <a:ext cx="650558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timestamptz</a:t>
            </a:r>
          </a:p>
        </p:txBody>
      </p:sp>
      <p:sp>
        <p:nvSpPr>
          <p:cNvPr id="25" name="entity-knowledge_bases">
            <a:extLst xmlns:a="http://schemas.openxmlformats.org/drawingml/2006/main">
              <a:ext uri="{FF2B5EF4-FFF2-40B4-BE49-F238E27FC236}">
                <a16:creationId xmlns:a16="http://schemas.microsoft.com/office/drawing/2014/main" id="{BDC803CC-D3F7-4871-AF95-BEE4495C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86125"/>
            <a:ext cx="2714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26" name="entity-knowledge_bases-accent">
            <a:extLst xmlns:a="http://schemas.openxmlformats.org/drawingml/2006/main">
              <a:ext uri="{FF2B5EF4-FFF2-40B4-BE49-F238E27FC236}">
                <a16:creationId xmlns:a16="http://schemas.microsoft.com/office/drawing/2014/main" id="{FFF1D69E-EC51-40D5-ABAF-4E18BC36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86125"/>
            <a:ext cx="666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entity-knowledge_bases-title">
            <a:extLst xmlns:a="http://schemas.openxmlformats.org/drawingml/2006/main">
              <a:ext uri="{FF2B5EF4-FFF2-40B4-BE49-F238E27FC236}">
                <a16:creationId xmlns:a16="http://schemas.microsoft.com/office/drawing/2014/main" id="{C4289488-A67C-4233-AD1E-DDDAC21B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62325"/>
            <a:ext cx="24098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F6F2E8"/>
                </a:solidFill>
                <a:latin typeface="Menlo"/>
                <a:ea typeface="Menlo"/>
                <a:cs typeface="Menlo"/>
              </a:rPr>
              <a:t>knowledge_bases</a:t>
            </a:r>
          </a:p>
        </p:txBody>
      </p:sp>
      <p:sp>
        <p:nvSpPr>
          <p:cNvPr id="28" name="entity-knowledge_bases-subtitle">
            <a:extLst xmlns:a="http://schemas.openxmlformats.org/drawingml/2006/main">
              <a:ext uri="{FF2B5EF4-FFF2-40B4-BE49-F238E27FC236}">
                <a16:creationId xmlns:a16="http://schemas.microsoft.com/office/drawing/2014/main" id="{764563B9-4666-4B06-9AB8-F58BC1A9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2409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知识库</a:t>
            </a:r>
          </a:p>
        </p:txBody>
      </p:sp>
      <p:sp>
        <p:nvSpPr>
          <p:cNvPr id="29" name="entity-knowledge_bases-header-rule">
            <a:extLst xmlns:a="http://schemas.openxmlformats.org/drawingml/2006/main">
              <a:ext uri="{FF2B5EF4-FFF2-40B4-BE49-F238E27FC236}">
                <a16:creationId xmlns:a16="http://schemas.microsoft.com/office/drawing/2014/main" id="{B708CF0C-8644-4DD5-B89D-837EA295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2409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entity-knowledge_bases-tag-0">
            <a:extLst xmlns:a="http://schemas.openxmlformats.org/drawingml/2006/main">
              <a:ext uri="{FF2B5EF4-FFF2-40B4-BE49-F238E27FC236}">
                <a16:creationId xmlns:a16="http://schemas.microsoft.com/office/drawing/2014/main" id="{CD4213A9-75A2-4B78-B48A-66ED4AE0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304800" cy="198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rPr>
              <a:t>PK</a:t>
            </a:r>
          </a:p>
        </p:txBody>
      </p:sp>
      <p:sp>
        <p:nvSpPr>
          <p:cNvPr id="31" name="entity-knowledge_bases-field-0">
            <a:extLst xmlns:a="http://schemas.openxmlformats.org/drawingml/2006/main">
              <a:ext uri="{FF2B5EF4-FFF2-40B4-BE49-F238E27FC236}">
                <a16:creationId xmlns:a16="http://schemas.microsoft.com/office/drawing/2014/main" id="{69D5164B-4322-44FD-84B7-CC7C0791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00475"/>
            <a:ext cx="1248728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id</a:t>
            </a:r>
          </a:p>
        </p:txBody>
      </p:sp>
      <p:sp>
        <p:nvSpPr>
          <p:cNvPr id="32" name="entity-knowledge_bases-type-0">
            <a:extLst xmlns:a="http://schemas.openxmlformats.org/drawingml/2006/main">
              <a:ext uri="{FF2B5EF4-FFF2-40B4-BE49-F238E27FC236}">
                <a16:creationId xmlns:a16="http://schemas.microsoft.com/office/drawing/2014/main" id="{46AFAEE6-730C-4155-8848-39090B10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8" y="3800475"/>
            <a:ext cx="691991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uuid</a:t>
            </a:r>
          </a:p>
        </p:txBody>
      </p:sp>
      <p:sp>
        <p:nvSpPr>
          <p:cNvPr id="33" name="entity-knowledge_bases-tag-1">
            <a:extLst xmlns:a="http://schemas.openxmlformats.org/drawingml/2006/main">
              <a:ext uri="{FF2B5EF4-FFF2-40B4-BE49-F238E27FC236}">
                <a16:creationId xmlns:a16="http://schemas.microsoft.com/office/drawing/2014/main" id="{096BAE98-9AC4-40E3-ADC2-7143A61B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27488"/>
            <a:ext cx="304800" cy="198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rPr>
              <a:t>FK*</a:t>
            </a:r>
          </a:p>
        </p:txBody>
      </p:sp>
      <p:sp>
        <p:nvSpPr>
          <p:cNvPr id="34" name="entity-knowledge_bases-field-1">
            <a:extLst xmlns:a="http://schemas.openxmlformats.org/drawingml/2006/main">
              <a:ext uri="{FF2B5EF4-FFF2-40B4-BE49-F238E27FC236}">
                <a16:creationId xmlns:a16="http://schemas.microsoft.com/office/drawing/2014/main" id="{B9E184D6-AD8B-4ECC-B56D-3BFB14C6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7963"/>
            <a:ext cx="1248728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user_id</a:t>
            </a:r>
          </a:p>
        </p:txBody>
      </p:sp>
      <p:sp>
        <p:nvSpPr>
          <p:cNvPr id="35" name="entity-knowledge_bases-type-1">
            <a:extLst xmlns:a="http://schemas.openxmlformats.org/drawingml/2006/main">
              <a:ext uri="{FF2B5EF4-FFF2-40B4-BE49-F238E27FC236}">
                <a16:creationId xmlns:a16="http://schemas.microsoft.com/office/drawing/2014/main" id="{C90C2781-B3D1-4641-9D6F-11ECA610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8" y="4017963"/>
            <a:ext cx="691991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bigint</a:t>
            </a:r>
          </a:p>
        </p:txBody>
      </p:sp>
      <p:sp>
        <p:nvSpPr>
          <p:cNvPr id="36" name="entity-knowledge_bases-field-2">
            <a:extLst xmlns:a="http://schemas.openxmlformats.org/drawingml/2006/main">
              <a:ext uri="{FF2B5EF4-FFF2-40B4-BE49-F238E27FC236}">
                <a16:creationId xmlns:a16="http://schemas.microsoft.com/office/drawing/2014/main" id="{39130FA7-3EAB-40FE-A253-2452900B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5450"/>
            <a:ext cx="1248728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name</a:t>
            </a:r>
          </a:p>
        </p:txBody>
      </p:sp>
      <p:sp>
        <p:nvSpPr>
          <p:cNvPr id="37" name="entity-knowledge_bases-type-2">
            <a:extLst xmlns:a="http://schemas.openxmlformats.org/drawingml/2006/main">
              <a:ext uri="{FF2B5EF4-FFF2-40B4-BE49-F238E27FC236}">
                <a16:creationId xmlns:a16="http://schemas.microsoft.com/office/drawing/2014/main" id="{7BD34C05-146D-4C0B-9B70-B2A3DE29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8" y="4235450"/>
            <a:ext cx="691991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text</a:t>
            </a:r>
          </a:p>
        </p:txBody>
      </p:sp>
      <p:sp>
        <p:nvSpPr>
          <p:cNvPr id="38" name="entity-knowledge_bases-field-3">
            <a:extLst xmlns:a="http://schemas.openxmlformats.org/drawingml/2006/main">
              <a:ext uri="{FF2B5EF4-FFF2-40B4-BE49-F238E27FC236}">
                <a16:creationId xmlns:a16="http://schemas.microsoft.com/office/drawing/2014/main" id="{5E32031D-C073-40B5-BE72-46335950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2938"/>
            <a:ext cx="1248728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is_default</a:t>
            </a:r>
          </a:p>
        </p:txBody>
      </p:sp>
      <p:sp>
        <p:nvSpPr>
          <p:cNvPr id="39" name="entity-knowledge_bases-type-3">
            <a:extLst xmlns:a="http://schemas.openxmlformats.org/drawingml/2006/main">
              <a:ext uri="{FF2B5EF4-FFF2-40B4-BE49-F238E27FC236}">
                <a16:creationId xmlns:a16="http://schemas.microsoft.com/office/drawing/2014/main" id="{590A47B7-8B59-46A4-AD26-BC8ABFF4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8" y="4452938"/>
            <a:ext cx="691991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boolean</a:t>
            </a:r>
          </a:p>
        </p:txBody>
      </p:sp>
      <p:sp>
        <p:nvSpPr>
          <p:cNvPr id="40" name="entity-knowledge_bases-field-4">
            <a:extLst xmlns:a="http://schemas.openxmlformats.org/drawingml/2006/main">
              <a:ext uri="{FF2B5EF4-FFF2-40B4-BE49-F238E27FC236}">
                <a16:creationId xmlns:a16="http://schemas.microsoft.com/office/drawing/2014/main" id="{600BB394-9A1B-489E-A792-3CF62610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70425"/>
            <a:ext cx="1248728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created_at / updated_at</a:t>
            </a:r>
          </a:p>
        </p:txBody>
      </p:sp>
      <p:sp>
        <p:nvSpPr>
          <p:cNvPr id="41" name="entity-knowledge_bases-type-4">
            <a:extLst xmlns:a="http://schemas.openxmlformats.org/drawingml/2006/main">
              <a:ext uri="{FF2B5EF4-FFF2-40B4-BE49-F238E27FC236}">
                <a16:creationId xmlns:a16="http://schemas.microsoft.com/office/drawing/2014/main" id="{2C79026B-0544-49E8-AF95-77FDA595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8" y="4670425"/>
            <a:ext cx="691991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timestamptz</a:t>
            </a:r>
          </a:p>
        </p:txBody>
      </p:sp>
      <p:sp>
        <p:nvSpPr>
          <p:cNvPr id="42" name="entity-knowledge_bases-field-5">
            <a:extLst xmlns:a="http://schemas.openxmlformats.org/drawingml/2006/main">
              <a:ext uri="{FF2B5EF4-FFF2-40B4-BE49-F238E27FC236}">
                <a16:creationId xmlns:a16="http://schemas.microsoft.com/office/drawing/2014/main" id="{CBAF47B5-FDD0-4BF0-AF75-59D6652A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87913"/>
            <a:ext cx="1248728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deleted_at</a:t>
            </a:r>
          </a:p>
        </p:txBody>
      </p:sp>
      <p:sp>
        <p:nvSpPr>
          <p:cNvPr id="43" name="entity-knowledge_bases-type-5">
            <a:extLst xmlns:a="http://schemas.openxmlformats.org/drawingml/2006/main">
              <a:ext uri="{FF2B5EF4-FFF2-40B4-BE49-F238E27FC236}">
                <a16:creationId xmlns:a16="http://schemas.microsoft.com/office/drawing/2014/main" id="{8734541B-A93B-4DED-9C6A-1ECC127F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8" y="4887913"/>
            <a:ext cx="691991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timestamptz</a:t>
            </a:r>
          </a:p>
        </p:txBody>
      </p:sp>
      <p:sp>
        <p:nvSpPr>
          <p:cNvPr id="44" name="entity-conversations">
            <a:extLst xmlns:a="http://schemas.openxmlformats.org/drawingml/2006/main">
              <a:ext uri="{FF2B5EF4-FFF2-40B4-BE49-F238E27FC236}">
                <a16:creationId xmlns:a16="http://schemas.microsoft.com/office/drawing/2014/main" id="{52EDFCE5-14EF-40EA-9393-4EE0FDF5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86125"/>
            <a:ext cx="27241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45" name="entity-conversations-accent">
            <a:extLst xmlns:a="http://schemas.openxmlformats.org/drawingml/2006/main">
              <a:ext uri="{FF2B5EF4-FFF2-40B4-BE49-F238E27FC236}">
                <a16:creationId xmlns:a16="http://schemas.microsoft.com/office/drawing/2014/main" id="{070D8B9A-4858-4E25-8DA9-70A1C552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86125"/>
            <a:ext cx="666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entity-conversations-title">
            <a:extLst xmlns:a="http://schemas.openxmlformats.org/drawingml/2006/main">
              <a:ext uri="{FF2B5EF4-FFF2-40B4-BE49-F238E27FC236}">
                <a16:creationId xmlns:a16="http://schemas.microsoft.com/office/drawing/2014/main" id="{0AD512EC-A0B1-43BB-8E63-45D110C0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362325"/>
            <a:ext cx="24193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F6F2E8"/>
                </a:solidFill>
                <a:latin typeface="Menlo"/>
                <a:ea typeface="Menlo"/>
                <a:cs typeface="Menlo"/>
              </a:rPr>
              <a:t>conversations</a:t>
            </a:r>
          </a:p>
        </p:txBody>
      </p:sp>
      <p:sp>
        <p:nvSpPr>
          <p:cNvPr id="47" name="entity-conversations-subtitle">
            <a:extLst xmlns:a="http://schemas.openxmlformats.org/drawingml/2006/main">
              <a:ext uri="{FF2B5EF4-FFF2-40B4-BE49-F238E27FC236}">
                <a16:creationId xmlns:a16="http://schemas.microsoft.com/office/drawing/2014/main" id="{F447E56E-DFCF-472C-9D90-84FFAC38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581400"/>
            <a:ext cx="2419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聊天会话</a:t>
            </a:r>
          </a:p>
        </p:txBody>
      </p:sp>
      <p:sp>
        <p:nvSpPr>
          <p:cNvPr id="48" name="entity-conversations-header-rule">
            <a:extLst xmlns:a="http://schemas.openxmlformats.org/drawingml/2006/main">
              <a:ext uri="{FF2B5EF4-FFF2-40B4-BE49-F238E27FC236}">
                <a16:creationId xmlns:a16="http://schemas.microsoft.com/office/drawing/2014/main" id="{A8B8F671-6738-4CFA-809E-1E55A16E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62375"/>
            <a:ext cx="241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entity-conversations-tag-0">
            <a:extLst xmlns:a="http://schemas.openxmlformats.org/drawingml/2006/main">
              <a:ext uri="{FF2B5EF4-FFF2-40B4-BE49-F238E27FC236}">
                <a16:creationId xmlns:a16="http://schemas.microsoft.com/office/drawing/2014/main" id="{5B97AF3B-96C6-4273-92A8-CA4EA9B3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10000"/>
            <a:ext cx="304800" cy="198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rPr>
              <a:t>PK</a:t>
            </a:r>
          </a:p>
        </p:txBody>
      </p:sp>
      <p:sp>
        <p:nvSpPr>
          <p:cNvPr id="50" name="entity-conversations-field-0">
            <a:extLst xmlns:a="http://schemas.openxmlformats.org/drawingml/2006/main">
              <a:ext uri="{FF2B5EF4-FFF2-40B4-BE49-F238E27FC236}">
                <a16:creationId xmlns:a16="http://schemas.microsoft.com/office/drawing/2014/main" id="{780F2D33-9953-4334-BB17-87A31877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800475"/>
            <a:ext cx="1253109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id</a:t>
            </a:r>
          </a:p>
        </p:txBody>
      </p:sp>
      <p:sp>
        <p:nvSpPr>
          <p:cNvPr id="51" name="entity-conversations-type-0">
            <a:extLst xmlns:a="http://schemas.openxmlformats.org/drawingml/2006/main">
              <a:ext uri="{FF2B5EF4-FFF2-40B4-BE49-F238E27FC236}">
                <a16:creationId xmlns:a16="http://schemas.microsoft.com/office/drawing/2014/main" id="{70198A17-DD9A-49FC-95FD-0F59FF12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0830" y="3800475"/>
            <a:ext cx="694754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uuid</a:t>
            </a:r>
          </a:p>
        </p:txBody>
      </p:sp>
      <p:sp>
        <p:nvSpPr>
          <p:cNvPr id="52" name="entity-conversations-tag-1">
            <a:extLst xmlns:a="http://schemas.openxmlformats.org/drawingml/2006/main">
              <a:ext uri="{FF2B5EF4-FFF2-40B4-BE49-F238E27FC236}">
                <a16:creationId xmlns:a16="http://schemas.microsoft.com/office/drawing/2014/main" id="{7817683B-CF1C-4DD5-B7AE-11FB1546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27488"/>
            <a:ext cx="304800" cy="198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rPr>
              <a:t>FK*</a:t>
            </a:r>
          </a:p>
        </p:txBody>
      </p:sp>
      <p:sp>
        <p:nvSpPr>
          <p:cNvPr id="53" name="entity-conversations-field-1">
            <a:extLst xmlns:a="http://schemas.openxmlformats.org/drawingml/2006/main">
              <a:ext uri="{FF2B5EF4-FFF2-40B4-BE49-F238E27FC236}">
                <a16:creationId xmlns:a16="http://schemas.microsoft.com/office/drawing/2014/main" id="{E9BFA85D-136B-4985-9208-50406838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017963"/>
            <a:ext cx="1253109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user_id</a:t>
            </a:r>
          </a:p>
        </p:txBody>
      </p:sp>
      <p:sp>
        <p:nvSpPr>
          <p:cNvPr id="54" name="entity-conversations-type-1">
            <a:extLst xmlns:a="http://schemas.openxmlformats.org/drawingml/2006/main">
              <a:ext uri="{FF2B5EF4-FFF2-40B4-BE49-F238E27FC236}">
                <a16:creationId xmlns:a16="http://schemas.microsoft.com/office/drawing/2014/main" id="{2C207E38-8FEF-4896-B9C2-223FFF37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0830" y="4017963"/>
            <a:ext cx="694754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bigint</a:t>
            </a:r>
          </a:p>
        </p:txBody>
      </p:sp>
      <p:sp>
        <p:nvSpPr>
          <p:cNvPr id="55" name="entity-conversations-tag-2">
            <a:extLst xmlns:a="http://schemas.openxmlformats.org/drawingml/2006/main">
              <a:ext uri="{FF2B5EF4-FFF2-40B4-BE49-F238E27FC236}">
                <a16:creationId xmlns:a16="http://schemas.microsoft.com/office/drawing/2014/main" id="{4E60FBDB-246B-4E96-BB15-8A731C4B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44975"/>
            <a:ext cx="304800" cy="198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rPr>
              <a:t>FK*</a:t>
            </a:r>
          </a:p>
        </p:txBody>
      </p:sp>
      <p:sp>
        <p:nvSpPr>
          <p:cNvPr id="56" name="entity-conversations-field-2">
            <a:extLst xmlns:a="http://schemas.openxmlformats.org/drawingml/2006/main">
              <a:ext uri="{FF2B5EF4-FFF2-40B4-BE49-F238E27FC236}">
                <a16:creationId xmlns:a16="http://schemas.microsoft.com/office/drawing/2014/main" id="{3DB34E5B-4165-4D84-A539-1DD89FC5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235450"/>
            <a:ext cx="1253109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knowledge_base_id</a:t>
            </a:r>
          </a:p>
        </p:txBody>
      </p:sp>
      <p:sp>
        <p:nvSpPr>
          <p:cNvPr id="57" name="entity-conversations-type-2">
            <a:extLst xmlns:a="http://schemas.openxmlformats.org/drawingml/2006/main">
              <a:ext uri="{FF2B5EF4-FFF2-40B4-BE49-F238E27FC236}">
                <a16:creationId xmlns:a16="http://schemas.microsoft.com/office/drawing/2014/main" id="{656D8C7A-21CF-4966-8B3C-6B96052A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0830" y="4235450"/>
            <a:ext cx="694754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uuid</a:t>
            </a:r>
          </a:p>
        </p:txBody>
      </p:sp>
      <p:sp>
        <p:nvSpPr>
          <p:cNvPr id="58" name="entity-conversations-field-3">
            <a:extLst xmlns:a="http://schemas.openxmlformats.org/drawingml/2006/main">
              <a:ext uri="{FF2B5EF4-FFF2-40B4-BE49-F238E27FC236}">
                <a16:creationId xmlns:a16="http://schemas.microsoft.com/office/drawing/2014/main" id="{40CE9DD5-228A-46E4-A914-5F9D8CD7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452938"/>
            <a:ext cx="1253109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title</a:t>
            </a:r>
          </a:p>
        </p:txBody>
      </p:sp>
      <p:sp>
        <p:nvSpPr>
          <p:cNvPr id="59" name="entity-conversations-type-3">
            <a:extLst xmlns:a="http://schemas.openxmlformats.org/drawingml/2006/main">
              <a:ext uri="{FF2B5EF4-FFF2-40B4-BE49-F238E27FC236}">
                <a16:creationId xmlns:a16="http://schemas.microsoft.com/office/drawing/2014/main" id="{9909C2E9-6559-4E3B-A101-F7239386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0830" y="4452938"/>
            <a:ext cx="694754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text</a:t>
            </a:r>
          </a:p>
        </p:txBody>
      </p:sp>
      <p:sp>
        <p:nvSpPr>
          <p:cNvPr id="60" name="entity-conversations-field-4">
            <a:extLst xmlns:a="http://schemas.openxmlformats.org/drawingml/2006/main">
              <a:ext uri="{FF2B5EF4-FFF2-40B4-BE49-F238E27FC236}">
                <a16:creationId xmlns:a16="http://schemas.microsoft.com/office/drawing/2014/main" id="{CE54BCF8-246C-49BE-A3EE-3371C43C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670425"/>
            <a:ext cx="1253109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created_at / updated_at</a:t>
            </a:r>
          </a:p>
        </p:txBody>
      </p:sp>
      <p:sp>
        <p:nvSpPr>
          <p:cNvPr id="61" name="entity-conversations-type-4">
            <a:extLst xmlns:a="http://schemas.openxmlformats.org/drawingml/2006/main">
              <a:ext uri="{FF2B5EF4-FFF2-40B4-BE49-F238E27FC236}">
                <a16:creationId xmlns:a16="http://schemas.microsoft.com/office/drawing/2014/main" id="{00353750-32FC-4195-818F-58043AF6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0830" y="4670425"/>
            <a:ext cx="694754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timestamptz</a:t>
            </a:r>
          </a:p>
        </p:txBody>
      </p:sp>
      <p:sp>
        <p:nvSpPr>
          <p:cNvPr id="62" name="entity-conversations-field-5">
            <a:extLst xmlns:a="http://schemas.openxmlformats.org/drawingml/2006/main">
              <a:ext uri="{FF2B5EF4-FFF2-40B4-BE49-F238E27FC236}">
                <a16:creationId xmlns:a16="http://schemas.microsoft.com/office/drawing/2014/main" id="{40D7928B-A6D4-40A3-B594-7D699698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887913"/>
            <a:ext cx="1253109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deleted_at</a:t>
            </a:r>
          </a:p>
        </p:txBody>
      </p:sp>
      <p:sp>
        <p:nvSpPr>
          <p:cNvPr id="63" name="entity-conversations-type-5">
            <a:extLst xmlns:a="http://schemas.openxmlformats.org/drawingml/2006/main">
              <a:ext uri="{FF2B5EF4-FFF2-40B4-BE49-F238E27FC236}">
                <a16:creationId xmlns:a16="http://schemas.microsoft.com/office/drawing/2014/main" id="{3C64472D-95AD-4A73-AEB2-AC74A038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0830" y="4887913"/>
            <a:ext cx="694754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timestamptz</a:t>
            </a:r>
          </a:p>
        </p:txBody>
      </p:sp>
      <p:sp>
        <p:nvSpPr>
          <p:cNvPr id="64" name="entity-knowledge_files">
            <a:extLst xmlns:a="http://schemas.openxmlformats.org/drawingml/2006/main">
              <a:ext uri="{FF2B5EF4-FFF2-40B4-BE49-F238E27FC236}">
                <a16:creationId xmlns:a16="http://schemas.microsoft.com/office/drawing/2014/main" id="{8D49DD2D-244E-4E0A-89B7-084C5E94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86125"/>
            <a:ext cx="2714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65" name="entity-knowledge_files-accent">
            <a:extLst xmlns:a="http://schemas.openxmlformats.org/drawingml/2006/main">
              <a:ext uri="{FF2B5EF4-FFF2-40B4-BE49-F238E27FC236}">
                <a16:creationId xmlns:a16="http://schemas.microsoft.com/office/drawing/2014/main" id="{840DAF5A-B6A1-4586-93AF-269D5F41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86125"/>
            <a:ext cx="666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F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entity-knowledge_files-title">
            <a:extLst xmlns:a="http://schemas.openxmlformats.org/drawingml/2006/main">
              <a:ext uri="{FF2B5EF4-FFF2-40B4-BE49-F238E27FC236}">
                <a16:creationId xmlns:a16="http://schemas.microsoft.com/office/drawing/2014/main" id="{A4EB9E3E-AC6E-46E8-B04D-7BB330F9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62325"/>
            <a:ext cx="24098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F6F2E8"/>
                </a:solidFill>
                <a:latin typeface="Menlo"/>
                <a:ea typeface="Menlo"/>
                <a:cs typeface="Menlo"/>
              </a:rPr>
              <a:t>knowledge_files</a:t>
            </a:r>
          </a:p>
        </p:txBody>
      </p:sp>
      <p:sp>
        <p:nvSpPr>
          <p:cNvPr id="67" name="entity-knowledge_files-subtitle">
            <a:extLst xmlns:a="http://schemas.openxmlformats.org/drawingml/2006/main">
              <a:ext uri="{FF2B5EF4-FFF2-40B4-BE49-F238E27FC236}">
                <a16:creationId xmlns:a16="http://schemas.microsoft.com/office/drawing/2014/main" id="{5A565B7D-F943-42F9-AAFA-08245478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81400"/>
            <a:ext cx="2409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知识文件</a:t>
            </a:r>
          </a:p>
        </p:txBody>
      </p:sp>
      <p:sp>
        <p:nvSpPr>
          <p:cNvPr id="68" name="entity-knowledge_files-header-rule">
            <a:extLst xmlns:a="http://schemas.openxmlformats.org/drawingml/2006/main">
              <a:ext uri="{FF2B5EF4-FFF2-40B4-BE49-F238E27FC236}">
                <a16:creationId xmlns:a16="http://schemas.microsoft.com/office/drawing/2014/main" id="{082AD470-4367-43D8-884B-D9171A67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62375"/>
            <a:ext cx="2409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entity-knowledge_files-tag-0">
            <a:extLst xmlns:a="http://schemas.openxmlformats.org/drawingml/2006/main">
              <a:ext uri="{FF2B5EF4-FFF2-40B4-BE49-F238E27FC236}">
                <a16:creationId xmlns:a16="http://schemas.microsoft.com/office/drawing/2014/main" id="{2058C26F-07D0-4C92-AC89-5283A1FD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10000"/>
            <a:ext cx="304800" cy="198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rPr>
              <a:t>PK</a:t>
            </a:r>
          </a:p>
        </p:txBody>
      </p:sp>
      <p:sp>
        <p:nvSpPr>
          <p:cNvPr id="70" name="entity-knowledge_files-field-0">
            <a:extLst xmlns:a="http://schemas.openxmlformats.org/drawingml/2006/main">
              <a:ext uri="{FF2B5EF4-FFF2-40B4-BE49-F238E27FC236}">
                <a16:creationId xmlns:a16="http://schemas.microsoft.com/office/drawing/2014/main" id="{A6E4E3A5-0112-410D-8C18-EE6B0791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00475"/>
            <a:ext cx="1248728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id</a:t>
            </a:r>
          </a:p>
        </p:txBody>
      </p:sp>
      <p:sp>
        <p:nvSpPr>
          <p:cNvPr id="71" name="entity-knowledge_files-type-0">
            <a:extLst xmlns:a="http://schemas.openxmlformats.org/drawingml/2006/main">
              <a:ext uri="{FF2B5EF4-FFF2-40B4-BE49-F238E27FC236}">
                <a16:creationId xmlns:a16="http://schemas.microsoft.com/office/drawing/2014/main" id="{BE6714A2-18F7-423D-A352-6B3F7B9F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88" y="3800475"/>
            <a:ext cx="691991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uuid</a:t>
            </a:r>
          </a:p>
        </p:txBody>
      </p:sp>
      <p:sp>
        <p:nvSpPr>
          <p:cNvPr id="72" name="entity-knowledge_files-tag-1">
            <a:extLst xmlns:a="http://schemas.openxmlformats.org/drawingml/2006/main">
              <a:ext uri="{FF2B5EF4-FFF2-40B4-BE49-F238E27FC236}">
                <a16:creationId xmlns:a16="http://schemas.microsoft.com/office/drawing/2014/main" id="{345D6DC7-9CD7-4A65-A911-744635E4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27488"/>
            <a:ext cx="304800" cy="198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rPr>
              <a:t>FK*</a:t>
            </a:r>
          </a:p>
        </p:txBody>
      </p:sp>
      <p:sp>
        <p:nvSpPr>
          <p:cNvPr id="73" name="entity-knowledge_files-field-1">
            <a:extLst xmlns:a="http://schemas.openxmlformats.org/drawingml/2006/main">
              <a:ext uri="{FF2B5EF4-FFF2-40B4-BE49-F238E27FC236}">
                <a16:creationId xmlns:a16="http://schemas.microsoft.com/office/drawing/2014/main" id="{8773BAD0-2869-42B2-BB55-A0218A9E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17963"/>
            <a:ext cx="1248728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user_id</a:t>
            </a:r>
          </a:p>
        </p:txBody>
      </p:sp>
      <p:sp>
        <p:nvSpPr>
          <p:cNvPr id="74" name="entity-knowledge_files-type-1">
            <a:extLst xmlns:a="http://schemas.openxmlformats.org/drawingml/2006/main">
              <a:ext uri="{FF2B5EF4-FFF2-40B4-BE49-F238E27FC236}">
                <a16:creationId xmlns:a16="http://schemas.microsoft.com/office/drawing/2014/main" id="{B7654E03-D4FF-499F-ABF6-49B0D8C3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88" y="4017963"/>
            <a:ext cx="691991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bigint</a:t>
            </a:r>
          </a:p>
        </p:txBody>
      </p:sp>
      <p:sp>
        <p:nvSpPr>
          <p:cNvPr id="75" name="entity-knowledge_files-field-2">
            <a:extLst xmlns:a="http://schemas.openxmlformats.org/drawingml/2006/main">
              <a:ext uri="{FF2B5EF4-FFF2-40B4-BE49-F238E27FC236}">
                <a16:creationId xmlns:a16="http://schemas.microsoft.com/office/drawing/2014/main" id="{488FB680-BD1B-4A45-85F8-2A452B50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35450"/>
            <a:ext cx="1248728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original_name</a:t>
            </a:r>
          </a:p>
        </p:txBody>
      </p:sp>
      <p:sp>
        <p:nvSpPr>
          <p:cNvPr id="76" name="entity-knowledge_files-type-2">
            <a:extLst xmlns:a="http://schemas.openxmlformats.org/drawingml/2006/main">
              <a:ext uri="{FF2B5EF4-FFF2-40B4-BE49-F238E27FC236}">
                <a16:creationId xmlns:a16="http://schemas.microsoft.com/office/drawing/2014/main" id="{8ED5963F-0931-4B6D-8289-2D96E970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88" y="4235450"/>
            <a:ext cx="691991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text</a:t>
            </a:r>
          </a:p>
        </p:txBody>
      </p:sp>
      <p:sp>
        <p:nvSpPr>
          <p:cNvPr id="77" name="entity-knowledge_files-field-3">
            <a:extLst xmlns:a="http://schemas.openxmlformats.org/drawingml/2006/main">
              <a:ext uri="{FF2B5EF4-FFF2-40B4-BE49-F238E27FC236}">
                <a16:creationId xmlns:a16="http://schemas.microsoft.com/office/drawing/2014/main" id="{837E9936-8467-4D07-B095-5E72E8AB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52938"/>
            <a:ext cx="1248728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storage_path</a:t>
            </a:r>
          </a:p>
        </p:txBody>
      </p:sp>
      <p:sp>
        <p:nvSpPr>
          <p:cNvPr id="78" name="entity-knowledge_files-type-3">
            <a:extLst xmlns:a="http://schemas.openxmlformats.org/drawingml/2006/main">
              <a:ext uri="{FF2B5EF4-FFF2-40B4-BE49-F238E27FC236}">
                <a16:creationId xmlns:a16="http://schemas.microsoft.com/office/drawing/2014/main" id="{30A2B4AC-C614-4162-A735-1266B234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88" y="4452938"/>
            <a:ext cx="691991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text</a:t>
            </a:r>
          </a:p>
        </p:txBody>
      </p:sp>
      <p:sp>
        <p:nvSpPr>
          <p:cNvPr id="79" name="entity-knowledge_files-field-4">
            <a:extLst xmlns:a="http://schemas.openxmlformats.org/drawingml/2006/main">
              <a:ext uri="{FF2B5EF4-FFF2-40B4-BE49-F238E27FC236}">
                <a16:creationId xmlns:a16="http://schemas.microsoft.com/office/drawing/2014/main" id="{0AFE2271-B9BE-42F3-A824-71A4F394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70425"/>
            <a:ext cx="1248728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file_hash / status</a:t>
            </a:r>
          </a:p>
        </p:txBody>
      </p:sp>
      <p:sp>
        <p:nvSpPr>
          <p:cNvPr id="80" name="entity-knowledge_files-type-4">
            <a:extLst xmlns:a="http://schemas.openxmlformats.org/drawingml/2006/main">
              <a:ext uri="{FF2B5EF4-FFF2-40B4-BE49-F238E27FC236}">
                <a16:creationId xmlns:a16="http://schemas.microsoft.com/office/drawing/2014/main" id="{6C449774-4ED1-4D84-BEC2-CC39E358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88" y="4670425"/>
            <a:ext cx="691991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text</a:t>
            </a:r>
          </a:p>
        </p:txBody>
      </p:sp>
      <p:sp>
        <p:nvSpPr>
          <p:cNvPr id="81" name="entity-knowledge_files-field-5">
            <a:extLst xmlns:a="http://schemas.openxmlformats.org/drawingml/2006/main">
              <a:ext uri="{FF2B5EF4-FFF2-40B4-BE49-F238E27FC236}">
                <a16:creationId xmlns:a16="http://schemas.microsoft.com/office/drawing/2014/main" id="{AF0C70F0-9B6E-4C75-8FF7-5D32BC77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87913"/>
            <a:ext cx="1248728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deleted_at</a:t>
            </a:r>
          </a:p>
        </p:txBody>
      </p:sp>
      <p:sp>
        <p:nvSpPr>
          <p:cNvPr id="82" name="entity-knowledge_files-type-5">
            <a:extLst xmlns:a="http://schemas.openxmlformats.org/drawingml/2006/main">
              <a:ext uri="{FF2B5EF4-FFF2-40B4-BE49-F238E27FC236}">
                <a16:creationId xmlns:a16="http://schemas.microsoft.com/office/drawing/2014/main" id="{36E1CA98-134E-449E-8DCB-9393E7FE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88" y="4887913"/>
            <a:ext cx="691991" cy="2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timestamptz</a:t>
            </a:r>
          </a:p>
        </p:txBody>
      </p:sp>
      <p:sp>
        <p:nvSpPr>
          <p:cNvPr id="83" name="entity-knowledge_base_files">
            <a:extLst xmlns:a="http://schemas.openxmlformats.org/drawingml/2006/main">
              <a:ext uri="{FF2B5EF4-FFF2-40B4-BE49-F238E27FC236}">
                <a16:creationId xmlns:a16="http://schemas.microsoft.com/office/drawing/2014/main" id="{1B1B3D3F-4CD8-4FF4-A819-7C4B6EAC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476875"/>
            <a:ext cx="3000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84" name="entity-knowledge_base_files-accent">
            <a:extLst xmlns:a="http://schemas.openxmlformats.org/drawingml/2006/main">
              <a:ext uri="{FF2B5EF4-FFF2-40B4-BE49-F238E27FC236}">
                <a16:creationId xmlns:a16="http://schemas.microsoft.com/office/drawing/2014/main" id="{21103987-53A8-4F90-828D-ED738A79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47687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entity-knowledge_base_files-title">
            <a:extLst xmlns:a="http://schemas.openxmlformats.org/drawingml/2006/main">
              <a:ext uri="{FF2B5EF4-FFF2-40B4-BE49-F238E27FC236}">
                <a16:creationId xmlns:a16="http://schemas.microsoft.com/office/drawing/2014/main" id="{216596E5-169F-4F72-9889-D09FDF73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553075"/>
            <a:ext cx="26955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F6F2E8"/>
                </a:solidFill>
                <a:latin typeface="Menlo"/>
                <a:ea typeface="Menlo"/>
                <a:cs typeface="Menlo"/>
              </a:rPr>
              <a:t>knowledge_base_files</a:t>
            </a:r>
          </a:p>
        </p:txBody>
      </p:sp>
      <p:sp>
        <p:nvSpPr>
          <p:cNvPr id="86" name="entity-knowledge_base_files-subtitle">
            <a:extLst xmlns:a="http://schemas.openxmlformats.org/drawingml/2006/main">
              <a:ext uri="{FF2B5EF4-FFF2-40B4-BE49-F238E27FC236}">
                <a16:creationId xmlns:a16="http://schemas.microsoft.com/office/drawing/2014/main" id="{4B3FEF08-3D9C-4504-B2F4-75B80736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772150"/>
            <a:ext cx="2695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知识库-文件关联</a:t>
            </a:r>
          </a:p>
        </p:txBody>
      </p:sp>
      <p:sp>
        <p:nvSpPr>
          <p:cNvPr id="87" name="entity-knowledge_base_files-header-rule">
            <a:extLst xmlns:a="http://schemas.openxmlformats.org/drawingml/2006/main">
              <a:ext uri="{FF2B5EF4-FFF2-40B4-BE49-F238E27FC236}">
                <a16:creationId xmlns:a16="http://schemas.microsoft.com/office/drawing/2014/main" id="{D87691C4-9201-4C30-8172-7F65BBCA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953125"/>
            <a:ext cx="2695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entity-knowledge_base_files-tag-0">
            <a:extLst xmlns:a="http://schemas.openxmlformats.org/drawingml/2006/main">
              <a:ext uri="{FF2B5EF4-FFF2-40B4-BE49-F238E27FC236}">
                <a16:creationId xmlns:a16="http://schemas.microsoft.com/office/drawing/2014/main" id="{F1B7BCCB-F70C-40D9-8E38-0E6D219D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6000750"/>
            <a:ext cx="304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rPr>
              <a:t>PK</a:t>
            </a:r>
          </a:p>
        </p:txBody>
      </p:sp>
      <p:sp>
        <p:nvSpPr>
          <p:cNvPr id="89" name="entity-knowledge_base_files-field-0">
            <a:extLst xmlns:a="http://schemas.openxmlformats.org/drawingml/2006/main">
              <a:ext uri="{FF2B5EF4-FFF2-40B4-BE49-F238E27FC236}">
                <a16:creationId xmlns:a16="http://schemas.microsoft.com/office/drawing/2014/main" id="{7281369F-FC4E-4105-9394-24D33DC1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991225"/>
            <a:ext cx="138017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knowledge_base_id</a:t>
            </a:r>
          </a:p>
        </p:txBody>
      </p:sp>
      <p:sp>
        <p:nvSpPr>
          <p:cNvPr id="90" name="entity-knowledge_base_files-type-0">
            <a:extLst xmlns:a="http://schemas.openxmlformats.org/drawingml/2006/main">
              <a:ext uri="{FF2B5EF4-FFF2-40B4-BE49-F238E27FC236}">
                <a16:creationId xmlns:a16="http://schemas.microsoft.com/office/drawing/2014/main" id="{1812CA4D-B73C-4565-B81F-9F04CF13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5991225"/>
            <a:ext cx="77485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uuid</a:t>
            </a:r>
          </a:p>
        </p:txBody>
      </p:sp>
      <p:sp>
        <p:nvSpPr>
          <p:cNvPr id="91" name="entity-knowledge_base_files-tag-1">
            <a:extLst xmlns:a="http://schemas.openxmlformats.org/drawingml/2006/main">
              <a:ext uri="{FF2B5EF4-FFF2-40B4-BE49-F238E27FC236}">
                <a16:creationId xmlns:a16="http://schemas.microsoft.com/office/drawing/2014/main" id="{480A2034-28AD-4903-A858-72B790DF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6115050"/>
            <a:ext cx="304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rPr>
              <a:t>PK</a:t>
            </a:r>
          </a:p>
        </p:txBody>
      </p:sp>
      <p:sp>
        <p:nvSpPr>
          <p:cNvPr id="92" name="entity-knowledge_base_files-field-1">
            <a:extLst xmlns:a="http://schemas.openxmlformats.org/drawingml/2006/main">
              <a:ext uri="{FF2B5EF4-FFF2-40B4-BE49-F238E27FC236}">
                <a16:creationId xmlns:a16="http://schemas.microsoft.com/office/drawing/2014/main" id="{C433CF15-88EF-424E-91CD-2CBC22D6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105525"/>
            <a:ext cx="138017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knowledge_file_id</a:t>
            </a:r>
          </a:p>
        </p:txBody>
      </p:sp>
      <p:sp>
        <p:nvSpPr>
          <p:cNvPr id="93" name="entity-knowledge_base_files-type-1">
            <a:extLst xmlns:a="http://schemas.openxmlformats.org/drawingml/2006/main">
              <a:ext uri="{FF2B5EF4-FFF2-40B4-BE49-F238E27FC236}">
                <a16:creationId xmlns:a16="http://schemas.microsoft.com/office/drawing/2014/main" id="{2C509DEE-24E5-409C-AA37-D392F49B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6105525"/>
            <a:ext cx="77485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uuid</a:t>
            </a:r>
          </a:p>
        </p:txBody>
      </p:sp>
      <p:sp>
        <p:nvSpPr>
          <p:cNvPr id="94" name="entity-messages">
            <a:extLst xmlns:a="http://schemas.openxmlformats.org/drawingml/2006/main">
              <a:ext uri="{FF2B5EF4-FFF2-40B4-BE49-F238E27FC236}">
                <a16:creationId xmlns:a16="http://schemas.microsoft.com/office/drawing/2014/main" id="{200DF322-E9B5-4C81-8023-B702E0A8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76875"/>
            <a:ext cx="3000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95" name="entity-messages-accent">
            <a:extLst xmlns:a="http://schemas.openxmlformats.org/drawingml/2006/main">
              <a:ext uri="{FF2B5EF4-FFF2-40B4-BE49-F238E27FC236}">
                <a16:creationId xmlns:a16="http://schemas.microsoft.com/office/drawing/2014/main" id="{1F93184E-7BD4-434B-A6C3-6AE4267B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7687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entity-messages-title">
            <a:extLst xmlns:a="http://schemas.openxmlformats.org/drawingml/2006/main">
              <a:ext uri="{FF2B5EF4-FFF2-40B4-BE49-F238E27FC236}">
                <a16:creationId xmlns:a16="http://schemas.microsoft.com/office/drawing/2014/main" id="{990BCA97-0B35-4615-AFD0-B2777F34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553075"/>
            <a:ext cx="26955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F6F2E8"/>
                </a:solidFill>
                <a:latin typeface="Menlo"/>
                <a:ea typeface="Menlo"/>
                <a:cs typeface="Menlo"/>
              </a:rPr>
              <a:t>messages</a:t>
            </a:r>
          </a:p>
        </p:txBody>
      </p:sp>
      <p:sp>
        <p:nvSpPr>
          <p:cNvPr id="97" name="entity-messages-subtitle">
            <a:extLst xmlns:a="http://schemas.openxmlformats.org/drawingml/2006/main">
              <a:ext uri="{FF2B5EF4-FFF2-40B4-BE49-F238E27FC236}">
                <a16:creationId xmlns:a16="http://schemas.microsoft.com/office/drawing/2014/main" id="{413490C1-8EC9-4673-BFC9-8D7BA49D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772150"/>
            <a:ext cx="2695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会话消息</a:t>
            </a:r>
          </a:p>
        </p:txBody>
      </p:sp>
      <p:sp>
        <p:nvSpPr>
          <p:cNvPr id="98" name="entity-messages-header-rule">
            <a:extLst xmlns:a="http://schemas.openxmlformats.org/drawingml/2006/main">
              <a:ext uri="{FF2B5EF4-FFF2-40B4-BE49-F238E27FC236}">
                <a16:creationId xmlns:a16="http://schemas.microsoft.com/office/drawing/2014/main" id="{D150C249-4164-4808-BB36-F0580314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953125"/>
            <a:ext cx="2695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entity-messages-tag-0">
            <a:extLst xmlns:a="http://schemas.openxmlformats.org/drawingml/2006/main">
              <a:ext uri="{FF2B5EF4-FFF2-40B4-BE49-F238E27FC236}">
                <a16:creationId xmlns:a16="http://schemas.microsoft.com/office/drawing/2014/main" id="{236BF006-758F-480A-97E2-77E5CE1A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6000750"/>
            <a:ext cx="304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9D9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1">
                <a:solidFill>
                  <a:srgbClr val="79D99B"/>
                </a:solidFill>
                <a:latin typeface="Arial Unicode MS"/>
                <a:ea typeface="Arial Unicode MS"/>
                <a:cs typeface="Arial Unicode MS"/>
              </a:rPr>
              <a:t>PK</a:t>
            </a:r>
          </a:p>
        </p:txBody>
      </p:sp>
      <p:sp>
        <p:nvSpPr>
          <p:cNvPr id="100" name="entity-messages-field-0">
            <a:extLst xmlns:a="http://schemas.openxmlformats.org/drawingml/2006/main">
              <a:ext uri="{FF2B5EF4-FFF2-40B4-BE49-F238E27FC236}">
                <a16:creationId xmlns:a16="http://schemas.microsoft.com/office/drawing/2014/main" id="{2C028A87-1F3B-47CB-9C65-9D5B0B6C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991225"/>
            <a:ext cx="138017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id</a:t>
            </a:r>
          </a:p>
        </p:txBody>
      </p:sp>
      <p:sp>
        <p:nvSpPr>
          <p:cNvPr id="101" name="entity-messages-type-0">
            <a:extLst xmlns:a="http://schemas.openxmlformats.org/drawingml/2006/main">
              <a:ext uri="{FF2B5EF4-FFF2-40B4-BE49-F238E27FC236}">
                <a16:creationId xmlns:a16="http://schemas.microsoft.com/office/drawing/2014/main" id="{543414FE-86DC-428A-AA9D-9AFA81C3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3638" y="5991225"/>
            <a:ext cx="77485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bigserial</a:t>
            </a:r>
          </a:p>
        </p:txBody>
      </p:sp>
      <p:sp>
        <p:nvSpPr>
          <p:cNvPr id="102" name="entity-messages-tag-1">
            <a:extLst xmlns:a="http://schemas.openxmlformats.org/drawingml/2006/main">
              <a:ext uri="{FF2B5EF4-FFF2-40B4-BE49-F238E27FC236}">
                <a16:creationId xmlns:a16="http://schemas.microsoft.com/office/drawing/2014/main" id="{F26F1D4C-202E-400A-94C2-E5D3BB77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6115050"/>
            <a:ext cx="304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rPr>
              <a:t>FK*</a:t>
            </a:r>
          </a:p>
        </p:txBody>
      </p:sp>
      <p:sp>
        <p:nvSpPr>
          <p:cNvPr id="103" name="entity-messages-field-1">
            <a:extLst xmlns:a="http://schemas.openxmlformats.org/drawingml/2006/main">
              <a:ext uri="{FF2B5EF4-FFF2-40B4-BE49-F238E27FC236}">
                <a16:creationId xmlns:a16="http://schemas.microsoft.com/office/drawing/2014/main" id="{36A3D708-B7A1-4374-B642-073DA091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6105525"/>
            <a:ext cx="138017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conversation_id</a:t>
            </a:r>
          </a:p>
        </p:txBody>
      </p:sp>
      <p:sp>
        <p:nvSpPr>
          <p:cNvPr id="104" name="entity-messages-type-1">
            <a:extLst xmlns:a="http://schemas.openxmlformats.org/drawingml/2006/main">
              <a:ext uri="{FF2B5EF4-FFF2-40B4-BE49-F238E27FC236}">
                <a16:creationId xmlns:a16="http://schemas.microsoft.com/office/drawing/2014/main" id="{EE5F3E40-7B7E-408D-A8C7-FE5CF276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3638" y="6105525"/>
            <a:ext cx="77485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uuid</a:t>
            </a:r>
          </a:p>
        </p:txBody>
      </p:sp>
      <p:sp>
        <p:nvSpPr>
          <p:cNvPr id="105" name="users-bases-visible-v1">
            <a:extLst xmlns:a="http://schemas.openxmlformats.org/drawingml/2006/main">
              <a:ext uri="{FF2B5EF4-FFF2-40B4-BE49-F238E27FC236}">
                <a16:creationId xmlns:a16="http://schemas.microsoft.com/office/drawing/2014/main" id="{1AD9B516-416D-4DAC-B3E3-FD2CA754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857500"/>
            <a:ext cx="19050" cy="214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users-bases-visible-h">
            <a:extLst xmlns:a="http://schemas.openxmlformats.org/drawingml/2006/main">
              <a:ext uri="{FF2B5EF4-FFF2-40B4-BE49-F238E27FC236}">
                <a16:creationId xmlns:a16="http://schemas.microsoft.com/office/drawing/2014/main" id="{2B7A8751-83BA-4C90-ABA6-EF95AB32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763" y="3062288"/>
            <a:ext cx="418623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users-bases-visible-v2">
            <a:extLst xmlns:a="http://schemas.openxmlformats.org/drawingml/2006/main">
              <a:ext uri="{FF2B5EF4-FFF2-40B4-BE49-F238E27FC236}">
                <a16:creationId xmlns:a16="http://schemas.microsoft.com/office/drawing/2014/main" id="{4581AA64-61E2-49C2-BF64-95036EB8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8" y="3071813"/>
            <a:ext cx="19050" cy="214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108" name="users-bases"/>
          <p:cNvCxnSpPr>
            <a:stCxn xmlns:a="http://schemas.openxmlformats.org/drawingml/2006/main" id="10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1909763" y="2857500"/>
            <a:ext cx="4186238" cy="428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2D6C7"/>
            </a:solidFill>
            <a:prstDash val="solid"/>
          </a:ln>
        </p:spPr>
      </p:cxnSp>
      <p:sp>
        <p:nvSpPr>
          <p:cNvPr id="109" name="users-conversations-visible-v">
            <a:extLst xmlns:a="http://schemas.openxmlformats.org/drawingml/2006/main">
              <a:ext uri="{FF2B5EF4-FFF2-40B4-BE49-F238E27FC236}">
                <a16:creationId xmlns:a16="http://schemas.microsoft.com/office/drawing/2014/main" id="{ECE6A225-0C62-40EC-81FA-B258BE4C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857500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110" name="users-conversations"/>
          <p:cNvCxnSpPr>
            <a:stCxn xmlns:a="http://schemas.openxmlformats.org/drawingml/2006/main" id="10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6096000" y="285750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A8FF"/>
            </a:solidFill>
            <a:prstDash val="solid"/>
          </a:ln>
        </p:spPr>
      </p:cxnSp>
      <p:sp>
        <p:nvSpPr>
          <p:cNvPr id="111" name="users-files-visible-v1">
            <a:extLst xmlns:a="http://schemas.openxmlformats.org/drawingml/2006/main">
              <a:ext uri="{FF2B5EF4-FFF2-40B4-BE49-F238E27FC236}">
                <a16:creationId xmlns:a16="http://schemas.microsoft.com/office/drawing/2014/main" id="{531B05C4-E92A-4DCB-8368-84E845C3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857500"/>
            <a:ext cx="19050" cy="214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F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users-files-visible-h">
            <a:extLst xmlns:a="http://schemas.openxmlformats.org/drawingml/2006/main">
              <a:ext uri="{FF2B5EF4-FFF2-40B4-BE49-F238E27FC236}">
                <a16:creationId xmlns:a16="http://schemas.microsoft.com/office/drawing/2014/main" id="{A7B6E323-2D28-40C4-972A-2DC47AA6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2288"/>
            <a:ext cx="419576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F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users-files-visible-v2">
            <a:extLst xmlns:a="http://schemas.openxmlformats.org/drawingml/2006/main">
              <a:ext uri="{FF2B5EF4-FFF2-40B4-BE49-F238E27FC236}">
                <a16:creationId xmlns:a16="http://schemas.microsoft.com/office/drawing/2014/main" id="{F04FB97F-BB13-4A23-8B51-DBD890E3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2238" y="3071813"/>
            <a:ext cx="19050" cy="214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F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114" name="users-files"/>
          <p:cNvCxnSpPr>
            <a:stCxn xmlns:a="http://schemas.openxmlformats.org/drawingml/2006/main" id="10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6096000" y="2857500"/>
            <a:ext cx="4195763" cy="428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07F8D"/>
            </a:solidFill>
            <a:prstDash val="solid"/>
          </a:ln>
        </p:spPr>
      </p:cxnSp>
      <p:sp>
        <p:nvSpPr>
          <p:cNvPr id="115" name="bases-conversations-visible-h">
            <a:extLst xmlns:a="http://schemas.openxmlformats.org/drawingml/2006/main">
              <a:ext uri="{FF2B5EF4-FFF2-40B4-BE49-F238E27FC236}">
                <a16:creationId xmlns:a16="http://schemas.microsoft.com/office/drawing/2014/main" id="{3C0A310E-F183-4C82-97E4-C09AFF7D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252913"/>
            <a:ext cx="1466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116" name="bases-conversations"/>
          <p:cNvCxnSpPr>
            <a:stCxn xmlns:a="http://schemas.openxmlformats.org/drawingml/2006/main" id="25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3267075" y="4262438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B860"/>
            </a:solidFill>
            <a:prstDash val="solid"/>
          </a:ln>
        </p:spPr>
      </p:cxnSp>
      <p:sp>
        <p:nvSpPr>
          <p:cNvPr id="117" name="bases-bridge-visible-v1">
            <a:extLst xmlns:a="http://schemas.openxmlformats.org/drawingml/2006/main">
              <a:ext uri="{FF2B5EF4-FFF2-40B4-BE49-F238E27FC236}">
                <a16:creationId xmlns:a16="http://schemas.microsoft.com/office/drawing/2014/main" id="{704D58EF-46CB-4E91-BF4C-493413FF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8" y="5238750"/>
            <a:ext cx="19050" cy="119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bases-bridge-visible-h">
            <a:extLst xmlns:a="http://schemas.openxmlformats.org/drawingml/2006/main">
              <a:ext uri="{FF2B5EF4-FFF2-40B4-BE49-F238E27FC236}">
                <a16:creationId xmlns:a16="http://schemas.microsoft.com/office/drawing/2014/main" id="{C98A3B05-A403-444C-B656-ECA22906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763" y="5348288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bases-bridge-visible-v2">
            <a:extLst xmlns:a="http://schemas.openxmlformats.org/drawingml/2006/main">
              <a:ext uri="{FF2B5EF4-FFF2-40B4-BE49-F238E27FC236}">
                <a16:creationId xmlns:a16="http://schemas.microsoft.com/office/drawing/2014/main" id="{8EF888B2-6ABC-4BB5-B7CD-F7EDC18F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6988" y="5357813"/>
            <a:ext cx="19050" cy="119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120" name="bases-bridge"/>
          <p:cNvCxnSpPr>
            <a:stCxn xmlns:a="http://schemas.openxmlformats.org/drawingml/2006/main" id="25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1909763" y="5238750"/>
            <a:ext cx="666750" cy="238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4B860"/>
            </a:solidFill>
            <a:prstDash val="solid"/>
          </a:ln>
        </p:spPr>
      </p:cxnSp>
      <p:cxnSp>
        <p:nvCxnSpPr>
          <p:cNvPr id="121" name="files-bridge"/>
          <p:cNvCxnSpPr>
            <a:stCxn xmlns:a="http://schemas.openxmlformats.org/drawingml/2006/main" id="64" idx="3"/>
            <a:endCxn xmlns:a="http://schemas.openxmlformats.org/drawingml/2006/main" id="83" idx="2"/>
          </p:cNvCxnSpPr>
          <p:nvPr/>
        </p:nvCxnSpPr>
        <p:spPr>
          <a:xfrm xmlns:a="http://schemas.openxmlformats.org/drawingml/2006/main" flipH="1">
            <a:off x="2576513" y="4262438"/>
            <a:ext cx="9072563" cy="2090738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F4B860"/>
            </a:solidFill>
            <a:prstDash val="solid"/>
          </a:ln>
        </p:spPr>
      </p:cxnSp>
      <p:sp>
        <p:nvSpPr>
          <p:cNvPr id="122" name="files-bridge-route-h1">
            <a:extLst xmlns:a="http://schemas.openxmlformats.org/drawingml/2006/main">
              <a:ext uri="{FF2B5EF4-FFF2-40B4-BE49-F238E27FC236}">
                <a16:creationId xmlns:a16="http://schemas.microsoft.com/office/drawing/2014/main" id="{705A715B-DCB8-4D7B-ACA8-C913319F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42481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files-bridge-route-v1">
            <a:extLst xmlns:a="http://schemas.openxmlformats.org/drawingml/2006/main">
              <a:ext uri="{FF2B5EF4-FFF2-40B4-BE49-F238E27FC236}">
                <a16:creationId xmlns:a16="http://schemas.microsoft.com/office/drawing/2014/main" id="{12051D6B-C400-4EE0-B776-E4377587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248150"/>
            <a:ext cx="190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files-bridge-route-h2">
            <a:extLst xmlns:a="http://schemas.openxmlformats.org/drawingml/2006/main">
              <a:ext uri="{FF2B5EF4-FFF2-40B4-BE49-F238E27FC236}">
                <a16:creationId xmlns:a16="http://schemas.microsoft.com/office/drawing/2014/main" id="{C3921B90-E198-4084-8EBD-ADA8CF02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3436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conversations-messages-visible-v1">
            <a:extLst xmlns:a="http://schemas.openxmlformats.org/drawingml/2006/main">
              <a:ext uri="{FF2B5EF4-FFF2-40B4-BE49-F238E27FC236}">
                <a16:creationId xmlns:a16="http://schemas.microsoft.com/office/drawing/2014/main" id="{B6AF0CF5-AD53-4B04-AEAA-7197B5EA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5238750"/>
            <a:ext cx="19050" cy="119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conversations-messages-visible-h">
            <a:extLst xmlns:a="http://schemas.openxmlformats.org/drawingml/2006/main">
              <a:ext uri="{FF2B5EF4-FFF2-40B4-BE49-F238E27FC236}">
                <a16:creationId xmlns:a16="http://schemas.microsoft.com/office/drawing/2014/main" id="{20B9BDDF-1A7F-49FF-9FE7-1443B593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48288"/>
            <a:ext cx="335756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conversations-messages-visible-v2">
            <a:extLst xmlns:a="http://schemas.openxmlformats.org/drawingml/2006/main">
              <a:ext uri="{FF2B5EF4-FFF2-40B4-BE49-F238E27FC236}">
                <a16:creationId xmlns:a16="http://schemas.microsoft.com/office/drawing/2014/main" id="{83F86BCE-6479-4B34-9794-6DA44EB0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038" y="5357813"/>
            <a:ext cx="19050" cy="119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128" name="conversations-messages"/>
          <p:cNvCxnSpPr>
            <a:stCxn xmlns:a="http://schemas.openxmlformats.org/drawingml/2006/main" id="44" idx="2"/>
            <a:endCxn xmlns:a="http://schemas.openxmlformats.org/drawingml/2006/main" id="94" idx="0"/>
          </p:cNvCxnSpPr>
          <p:nvPr/>
        </p:nvCxnSpPr>
        <p:spPr>
          <a:xfrm xmlns:a="http://schemas.openxmlformats.org/drawingml/2006/main">
            <a:off x="6096000" y="5238750"/>
            <a:ext cx="3357563" cy="238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9D99B"/>
            </a:solidFill>
            <a:prstDash val="solid"/>
          </a:ln>
        </p:spPr>
      </p:cxnSp>
      <p:sp>
        <p:nvSpPr>
          <p:cNvPr id="129" name="label-user-base">
            <a:extLst xmlns:a="http://schemas.openxmlformats.org/drawingml/2006/main">
              <a:ext uri="{FF2B5EF4-FFF2-40B4-BE49-F238E27FC236}">
                <a16:creationId xmlns:a16="http://schemas.microsoft.com/office/drawing/2014/main" id="{245846DB-0007-4F57-AC6F-BBB49209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765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rPr>
              <a:t>1 用户 : N</a:t>
            </a:r>
          </a:p>
        </p:txBody>
      </p:sp>
      <p:sp>
        <p:nvSpPr>
          <p:cNvPr id="130" name="label-user-conversation">
            <a:extLst xmlns:a="http://schemas.openxmlformats.org/drawingml/2006/main">
              <a:ext uri="{FF2B5EF4-FFF2-40B4-BE49-F238E27FC236}">
                <a16:creationId xmlns:a16="http://schemas.microsoft.com/office/drawing/2014/main" id="{465ED773-D640-4C2D-865B-9C667843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24175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rPr>
              <a:t>1 用户 : N</a:t>
            </a:r>
          </a:p>
        </p:txBody>
      </p:sp>
      <p:sp>
        <p:nvSpPr>
          <p:cNvPr id="131" name="label-user-file">
            <a:extLst xmlns:a="http://schemas.openxmlformats.org/drawingml/2006/main">
              <a:ext uri="{FF2B5EF4-FFF2-40B4-BE49-F238E27FC236}">
                <a16:creationId xmlns:a16="http://schemas.microsoft.com/office/drawing/2014/main" id="{D95AEEA8-8A93-4F6C-BA67-85593F4F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rPr>
              <a:t>1 用户 : N</a:t>
            </a:r>
          </a:p>
        </p:txBody>
      </p:sp>
      <p:sp>
        <p:nvSpPr>
          <p:cNvPr id="132" name="label-base-conversation">
            <a:extLst xmlns:a="http://schemas.openxmlformats.org/drawingml/2006/main">
              <a:ext uri="{FF2B5EF4-FFF2-40B4-BE49-F238E27FC236}">
                <a16:creationId xmlns:a16="http://schemas.microsoft.com/office/drawing/2014/main" id="{5999D002-3DE3-4BFA-9F2D-9447E5CA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2905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rPr>
              <a:t>1 知识库 : N 会话</a:t>
            </a:r>
          </a:p>
        </p:txBody>
      </p:sp>
      <p:sp>
        <p:nvSpPr>
          <p:cNvPr id="133" name="label-base-file">
            <a:extLst xmlns:a="http://schemas.openxmlformats.org/drawingml/2006/main">
              <a:ext uri="{FF2B5EF4-FFF2-40B4-BE49-F238E27FC236}">
                <a16:creationId xmlns:a16="http://schemas.microsoft.com/office/drawing/2014/main" id="{33A2E580-FD07-44DB-B152-929C05CD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619750"/>
            <a:ext cx="147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rPr>
              <a:t>N : M（经中间表）</a:t>
            </a:r>
          </a:p>
        </p:txBody>
      </p:sp>
      <p:sp>
        <p:nvSpPr>
          <p:cNvPr id="134" name="label-conversation-message">
            <a:extLst xmlns:a="http://schemas.openxmlformats.org/drawingml/2006/main">
              <a:ext uri="{FF2B5EF4-FFF2-40B4-BE49-F238E27FC236}">
                <a16:creationId xmlns:a16="http://schemas.microsoft.com/office/drawing/2014/main" id="{10205015-9E81-4B78-B233-D28AD3E0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6197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9D9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79D99B"/>
                </a:solidFill>
                <a:latin typeface="Arial Unicode MS"/>
                <a:ea typeface="Arial Unicode MS"/>
                <a:cs typeface="Arial Unicode MS"/>
              </a:rPr>
              <a:t>1 会话 : N 消息</a:t>
            </a:r>
          </a:p>
        </p:txBody>
      </p:sp>
      <p:sp>
        <p:nvSpPr>
          <p:cNvPr id="135" name="soft-delete-background">
            <a:extLst xmlns:a="http://schemas.openxmlformats.org/drawingml/2006/main">
              <a:ext uri="{FF2B5EF4-FFF2-40B4-BE49-F238E27FC236}">
                <a16:creationId xmlns:a16="http://schemas.microsoft.com/office/drawing/2014/main" id="{96E8F16C-6CF9-419A-9E47-3CF11193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9560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F8D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soft-delete-label">
            <a:extLst xmlns:a="http://schemas.openxmlformats.org/drawingml/2006/main">
              <a:ext uri="{FF2B5EF4-FFF2-40B4-BE49-F238E27FC236}">
                <a16:creationId xmlns:a16="http://schemas.microsoft.com/office/drawing/2014/main" id="{D68AE7BC-8E65-4DA4-9165-109862EE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241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rPr>
              <a:t>软删除：deleted_at</a:t>
            </a:r>
          </a:p>
        </p:txBody>
      </p:sp>
      <p:sp>
        <p:nvSpPr>
          <p:cNvPr id="137" name="primary-key-background">
            <a:extLst xmlns:a="http://schemas.openxmlformats.org/drawingml/2006/main">
              <a:ext uri="{FF2B5EF4-FFF2-40B4-BE49-F238E27FC236}">
                <a16:creationId xmlns:a16="http://schemas.microsoft.com/office/drawing/2014/main" id="{A22C3CD9-2700-4A47-B002-697C7216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9560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8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primary-key-label">
            <a:extLst xmlns:a="http://schemas.openxmlformats.org/drawingml/2006/main">
              <a:ext uri="{FF2B5EF4-FFF2-40B4-BE49-F238E27FC236}">
                <a16:creationId xmlns:a16="http://schemas.microsoft.com/office/drawing/2014/main" id="{53EA4042-0698-4622-AEC1-684AC93D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24175"/>
            <a:ext cx="1323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rPr>
              <a:t>主键：bigserial / uuid</a:t>
            </a:r>
          </a:p>
        </p:txBody>
      </p:sp>
    </p:spTree>
    <p:extLst>
      <p:ext uri="{BB962C8B-B14F-4D97-AF65-F5344CB8AC3E}">
        <p14:creationId xmlns:p14="http://schemas.microsoft.com/office/powerpoint/2010/main" val="138855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1B4C6A1B-B2EE-437C-8009-B2F8E88C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AA6CCCDF-6682-4638-AA43-E4656042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19F0BD97-F15D-4474-BB3B-BCD8DC10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8EE34836-CB3E-4ADF-A141-9FEEB196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rPr>
              <a:t>注册功能 · 推荐事务</a:t>
            </a:r>
          </a:p>
        </p:txBody>
      </p:sp>
      <p:sp>
        <p:nvSpPr>
          <p:cNvPr id="5" name="claim-title-2">
            <a:extLst xmlns:a="http://schemas.openxmlformats.org/drawingml/2006/main">
              <a:ext uri="{FF2B5EF4-FFF2-40B4-BE49-F238E27FC236}">
                <a16:creationId xmlns:a16="http://schemas.microsoft.com/office/drawing/2014/main" id="{6C469C4B-D275-41CE-A93A-FAC464A1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096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rPr>
              <a:t>注册首先落用户，默认知识库应在同一事务初始化</a:t>
            </a:r>
          </a:p>
        </p:txBody>
      </p:sp>
      <p:sp>
        <p:nvSpPr>
          <p:cNvPr id="6" name="support-2">
            <a:extLst xmlns:a="http://schemas.openxmlformats.org/drawingml/2006/main">
              <a:ext uri="{FF2B5EF4-FFF2-40B4-BE49-F238E27FC236}">
                <a16:creationId xmlns:a16="http://schemas.microsoft.com/office/drawing/2014/main" id="{A02B6AB1-68EC-4ADC-B797-6AE3A4B8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95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DDL 保证用户名唯一，并允许每个用户最多拥有一个未删除的默认知识库。</a:t>
            </a:r>
          </a:p>
        </p:txBody>
      </p:sp>
      <p:sp>
        <p:nvSpPr>
          <p:cNvPr id="7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6B18DBB0-2EA4-4424-AC9F-F6B90225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-note-2">
            <a:extLst xmlns:a="http://schemas.openxmlformats.org/drawingml/2006/main">
              <a:ext uri="{FF2B5EF4-FFF2-40B4-BE49-F238E27FC236}">
                <a16:creationId xmlns:a16="http://schemas.microsoft.com/office/drawing/2014/main" id="{3D099838-F35C-4FDA-A15A-75DF4DAB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注：原 DDL 未声明 FOREIGN KEY；图中 FK* 与关系线依据字段命名和类型语义推导。</a:t>
            </a:r>
          </a:p>
        </p:txBody>
      </p:sp>
      <p:sp>
        <p:nvSpPr>
          <p:cNvPr id="9" name="page-2">
            <a:extLst xmlns:a="http://schemas.openxmlformats.org/drawingml/2006/main">
              <a:ext uri="{FF2B5EF4-FFF2-40B4-BE49-F238E27FC236}">
                <a16:creationId xmlns:a16="http://schemas.microsoft.com/office/drawing/2014/main" id="{42132DBF-039F-4EF7-8C91-FF952E99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0" name="step-1-box">
            <a:extLst xmlns:a="http://schemas.openxmlformats.org/drawingml/2006/main">
              <a:ext uri="{FF2B5EF4-FFF2-40B4-BE49-F238E27FC236}">
                <a16:creationId xmlns:a16="http://schemas.microsoft.com/office/drawing/2014/main" id="{7E91B870-7585-4143-BEEB-E4E9E88D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36671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11" name="step-1-number-bg">
            <a:extLst xmlns:a="http://schemas.openxmlformats.org/drawingml/2006/main">
              <a:ext uri="{FF2B5EF4-FFF2-40B4-BE49-F238E27FC236}">
                <a16:creationId xmlns:a16="http://schemas.microsoft.com/office/drawing/2014/main" id="{40A3AFF9-ABB1-499D-91D1-4ED5F1A5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764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AC753D75-4797-4A55-A899-FEEDB546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764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122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9122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3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D5E63DE4-7FE7-4DCF-871E-3D6CAE0B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38325"/>
            <a:ext cx="28860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rPr>
              <a:t>校验并规范化 username</a:t>
            </a:r>
          </a:p>
        </p:txBody>
      </p:sp>
      <p:sp>
        <p:nvSpPr>
          <p:cNvPr id="14" name="step-1-body">
            <a:extLst xmlns:a="http://schemas.openxmlformats.org/drawingml/2006/main">
              <a:ext uri="{FF2B5EF4-FFF2-40B4-BE49-F238E27FC236}">
                <a16:creationId xmlns:a16="http://schemas.microsoft.com/office/drawing/2014/main" id="{06EE3C5E-12BB-44E4-A796-D22A0CE1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2886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依赖 users_username_key 阻止重复账户。</a:t>
            </a:r>
          </a:p>
        </p:txBody>
      </p:sp>
      <p:sp>
        <p:nvSpPr>
          <p:cNvPr id="15" name="step-2-box">
            <a:extLst xmlns:a="http://schemas.openxmlformats.org/drawingml/2006/main">
              <a:ext uri="{FF2B5EF4-FFF2-40B4-BE49-F238E27FC236}">
                <a16:creationId xmlns:a16="http://schemas.microsoft.com/office/drawing/2014/main" id="{A1504EDB-B5D5-4837-A640-80AC9F59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36671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16" name="step-2-number-bg">
            <a:extLst xmlns:a="http://schemas.openxmlformats.org/drawingml/2006/main">
              <a:ext uri="{FF2B5EF4-FFF2-40B4-BE49-F238E27FC236}">
                <a16:creationId xmlns:a16="http://schemas.microsoft.com/office/drawing/2014/main" id="{CF33A40F-11BE-4CD3-81ED-6675EC62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A34EDDC1-0E1E-4D86-B143-4951708E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122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9122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8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F9CF8C6F-0703-456F-88D1-976E1F27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90825"/>
            <a:ext cx="28860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rPr>
              <a:t>安全哈希密码</a:t>
            </a:r>
          </a:p>
        </p:txBody>
      </p:sp>
      <p:sp>
        <p:nvSpPr>
          <p:cNvPr id="19" name="step-2-body">
            <a:extLst xmlns:a="http://schemas.openxmlformats.org/drawingml/2006/main">
              <a:ext uri="{FF2B5EF4-FFF2-40B4-BE49-F238E27FC236}">
                <a16:creationId xmlns:a16="http://schemas.microsoft.com/office/drawing/2014/main" id="{4F4C3891-ADB5-4E13-8A06-3468D797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67050"/>
            <a:ext cx="2886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仅写入 password_hash，不保存明文密码。</a:t>
            </a:r>
          </a:p>
        </p:txBody>
      </p:sp>
      <p:sp>
        <p:nvSpPr>
          <p:cNvPr id="20" name="step-3-box">
            <a:extLst xmlns:a="http://schemas.openxmlformats.org/drawingml/2006/main">
              <a:ext uri="{FF2B5EF4-FFF2-40B4-BE49-F238E27FC236}">
                <a16:creationId xmlns:a16="http://schemas.microsoft.com/office/drawing/2014/main" id="{62AD1898-125B-43C3-A831-1B96ABA7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36671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21" name="step-3-number-bg">
            <a:extLst xmlns:a="http://schemas.openxmlformats.org/drawingml/2006/main">
              <a:ext uri="{FF2B5EF4-FFF2-40B4-BE49-F238E27FC236}">
                <a16:creationId xmlns:a16="http://schemas.microsoft.com/office/drawing/2014/main" id="{05588B12-C714-4398-ABB2-C58CFA50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1DA3E65B-0FA4-437E-A8EA-D8CC89DC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122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9122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23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D6DBC629-BA5E-423F-A0B9-D13B125C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43325"/>
            <a:ext cx="28860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rPr>
              <a:t>INSERT users 并取得 id</a:t>
            </a:r>
          </a:p>
        </p:txBody>
      </p:sp>
      <p:sp>
        <p:nvSpPr>
          <p:cNvPr id="24" name="step-3-body">
            <a:extLst xmlns:a="http://schemas.openxmlformats.org/drawingml/2006/main">
              <a:ext uri="{FF2B5EF4-FFF2-40B4-BE49-F238E27FC236}">
                <a16:creationId xmlns:a16="http://schemas.microsoft.com/office/drawing/2014/main" id="{7EA90D2D-88F5-4408-889B-C02BAF52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19550"/>
            <a:ext cx="2886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bigserial 生成用户主键，created_at 自动写入。</a:t>
            </a:r>
          </a:p>
        </p:txBody>
      </p:sp>
      <p:sp>
        <p:nvSpPr>
          <p:cNvPr id="25" name="step-4-box">
            <a:extLst xmlns:a="http://schemas.openxmlformats.org/drawingml/2006/main">
              <a:ext uri="{FF2B5EF4-FFF2-40B4-BE49-F238E27FC236}">
                <a16:creationId xmlns:a16="http://schemas.microsoft.com/office/drawing/2014/main" id="{C392B624-00FA-413C-BF70-94013829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36671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26" name="step-4-number-bg">
            <a:extLst xmlns:a="http://schemas.openxmlformats.org/drawingml/2006/main">
              <a:ext uri="{FF2B5EF4-FFF2-40B4-BE49-F238E27FC236}">
                <a16:creationId xmlns:a16="http://schemas.microsoft.com/office/drawing/2014/main" id="{AE8EFEFF-0F78-40EF-A1C9-352E7F95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D9E807CD-B33B-45D1-BC1F-41BE4972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122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9122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8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FDC2B2E9-0D39-4A2E-8A8F-801AC573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95825"/>
            <a:ext cx="28860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rPr>
              <a:t>初始化默认知识库</a:t>
            </a:r>
          </a:p>
        </p:txBody>
      </p:sp>
      <p:sp>
        <p:nvSpPr>
          <p:cNvPr id="29" name="step-4-body">
            <a:extLst xmlns:a="http://schemas.openxmlformats.org/drawingml/2006/main">
              <a:ext uri="{FF2B5EF4-FFF2-40B4-BE49-F238E27FC236}">
                <a16:creationId xmlns:a16="http://schemas.microsoft.com/office/drawing/2014/main" id="{1C6B99F5-4589-4CF8-83E6-B528A5CA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72050"/>
            <a:ext cx="2886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推荐同一事务插入 knowledge_bases(user_id, is_default=true)。</a:t>
            </a:r>
          </a:p>
        </p:txBody>
      </p:sp>
      <p:sp>
        <p:nvSpPr>
          <p:cNvPr id="30" name="registration-1-2-visible-v">
            <a:extLst xmlns:a="http://schemas.openxmlformats.org/drawingml/2006/main">
              <a:ext uri="{FF2B5EF4-FFF2-40B4-BE49-F238E27FC236}">
                <a16:creationId xmlns:a16="http://schemas.microsoft.com/office/drawing/2014/main" id="{A47967E5-1231-4DF4-8338-61CCB846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253365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gistration-1-2-visible-arrow">
            <a:extLst xmlns:a="http://schemas.openxmlformats.org/drawingml/2006/main">
              <a:ext uri="{FF2B5EF4-FFF2-40B4-BE49-F238E27FC236}">
                <a16:creationId xmlns:a16="http://schemas.microsoft.com/office/drawing/2014/main" id="{BFEB3B1B-B936-4E7A-94FB-5DDB6C03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3" y="25527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144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14468"/>
                </a:solidFill>
                <a:latin typeface="Arial Unicode MS"/>
                <a:ea typeface="Arial Unicode MS"/>
                <a:cs typeface="Arial Unicode MS"/>
              </a:rPr>
              <a:t>▼</a:t>
            </a:r>
          </a:p>
        </p:txBody>
      </p:sp>
      <p:cxnSp>
        <p:nvCxnSpPr>
          <p:cNvPr id="32" name="registration-1-2"/>
          <p:cNvCxnSpPr>
            <a:stCxn xmlns:a="http://schemas.openxmlformats.org/drawingml/2006/main" id="10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2366963" y="25336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468"/>
            </a:solidFill>
            <a:prstDash val="solid"/>
            <a:headEnd type="arrow" w="med" len="med"/>
          </a:ln>
        </p:spPr>
      </p:cxnSp>
      <p:sp>
        <p:nvSpPr>
          <p:cNvPr id="33" name="registration-2-3-visible-v">
            <a:extLst xmlns:a="http://schemas.openxmlformats.org/drawingml/2006/main">
              <a:ext uri="{FF2B5EF4-FFF2-40B4-BE49-F238E27FC236}">
                <a16:creationId xmlns:a16="http://schemas.microsoft.com/office/drawing/2014/main" id="{1957C75A-342C-4B3F-BF3A-BF8F1BEA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348615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gistration-2-3-visible-arrow">
            <a:extLst xmlns:a="http://schemas.openxmlformats.org/drawingml/2006/main">
              <a:ext uri="{FF2B5EF4-FFF2-40B4-BE49-F238E27FC236}">
                <a16:creationId xmlns:a16="http://schemas.microsoft.com/office/drawing/2014/main" id="{D004478E-261F-408A-9797-7E4DD8CB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3" y="35052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144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14468"/>
                </a:solidFill>
                <a:latin typeface="Arial Unicode MS"/>
                <a:ea typeface="Arial Unicode MS"/>
                <a:cs typeface="Arial Unicode MS"/>
              </a:rPr>
              <a:t>▼</a:t>
            </a:r>
          </a:p>
        </p:txBody>
      </p:sp>
      <p:cxnSp>
        <p:nvCxnSpPr>
          <p:cNvPr id="35" name="registration-2-3"/>
          <p:cNvCxnSpPr>
            <a:stCxn xmlns:a="http://schemas.openxmlformats.org/drawingml/2006/main" id="15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2366963" y="34861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468"/>
            </a:solidFill>
            <a:prstDash val="solid"/>
            <a:headEnd type="arrow" w="med" len="med"/>
          </a:ln>
        </p:spPr>
      </p:cxnSp>
      <p:sp>
        <p:nvSpPr>
          <p:cNvPr id="36" name="registration-3-4-visible-v">
            <a:extLst xmlns:a="http://schemas.openxmlformats.org/drawingml/2006/main">
              <a:ext uri="{FF2B5EF4-FFF2-40B4-BE49-F238E27FC236}">
                <a16:creationId xmlns:a16="http://schemas.microsoft.com/office/drawing/2014/main" id="{4D3DBE0E-01D2-44AA-ADD8-E8D39E6D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443865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gistration-3-4-visible-arrow">
            <a:extLst xmlns:a="http://schemas.openxmlformats.org/drawingml/2006/main">
              <a:ext uri="{FF2B5EF4-FFF2-40B4-BE49-F238E27FC236}">
                <a16:creationId xmlns:a16="http://schemas.microsoft.com/office/drawing/2014/main" id="{9DD0FA3F-A4F8-42D5-80C4-04C7E785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3" y="44577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144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14468"/>
                </a:solidFill>
                <a:latin typeface="Arial Unicode MS"/>
                <a:ea typeface="Arial Unicode MS"/>
                <a:cs typeface="Arial Unicode MS"/>
              </a:rPr>
              <a:t>▼</a:t>
            </a:r>
          </a:p>
        </p:txBody>
      </p:sp>
      <p:cxnSp>
        <p:nvCxnSpPr>
          <p:cNvPr id="38" name="registration-3-4"/>
          <p:cNvCxnSpPr>
            <a:stCxn xmlns:a="http://schemas.openxmlformats.org/drawingml/2006/main" id="20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2366963" y="44386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468"/>
            </a:solidFill>
            <a:prstDash val="solid"/>
            <a:headEnd type="arrow" w="med" len="med"/>
          </a:ln>
        </p:spPr>
      </p:cxnSp>
      <p:sp>
        <p:nvSpPr>
          <p:cNvPr id="39" name="entity-users">
            <a:extLst xmlns:a="http://schemas.openxmlformats.org/drawingml/2006/main">
              <a:ext uri="{FF2B5EF4-FFF2-40B4-BE49-F238E27FC236}">
                <a16:creationId xmlns:a16="http://schemas.microsoft.com/office/drawing/2014/main" id="{F5DE5F72-4F75-42A4-A812-CE9325BF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62125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40" name="entity-users-accent">
            <a:extLst xmlns:a="http://schemas.openxmlformats.org/drawingml/2006/main">
              <a:ext uri="{FF2B5EF4-FFF2-40B4-BE49-F238E27FC236}">
                <a16:creationId xmlns:a16="http://schemas.microsoft.com/office/drawing/2014/main" id="{B75EBDCD-C7BB-450E-9350-F666CAD2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621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entity-users-title">
            <a:extLst xmlns:a="http://schemas.openxmlformats.org/drawingml/2006/main">
              <a:ext uri="{FF2B5EF4-FFF2-40B4-BE49-F238E27FC236}">
                <a16:creationId xmlns:a16="http://schemas.microsoft.com/office/drawing/2014/main" id="{74694C31-F8EF-43B9-8FA3-61029AD7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838325"/>
            <a:ext cx="2552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F6F2E8"/>
                </a:solidFill>
                <a:latin typeface="Menlo"/>
                <a:ea typeface="Menlo"/>
                <a:cs typeface="Menlo"/>
              </a:rPr>
              <a:t>users</a:t>
            </a:r>
          </a:p>
        </p:txBody>
      </p:sp>
      <p:sp>
        <p:nvSpPr>
          <p:cNvPr id="42" name="entity-users-subtitle">
            <a:extLst xmlns:a="http://schemas.openxmlformats.org/drawingml/2006/main">
              <a:ext uri="{FF2B5EF4-FFF2-40B4-BE49-F238E27FC236}">
                <a16:creationId xmlns:a16="http://schemas.microsoft.com/office/drawing/2014/main" id="{2F44CDAC-A1CC-4CE8-B497-C590BC9F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95500"/>
            <a:ext cx="2552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用户账户</a:t>
            </a:r>
          </a:p>
        </p:txBody>
      </p:sp>
      <p:sp>
        <p:nvSpPr>
          <p:cNvPr id="43" name="entity-users-header-rule">
            <a:extLst xmlns:a="http://schemas.openxmlformats.org/drawingml/2006/main">
              <a:ext uri="{FF2B5EF4-FFF2-40B4-BE49-F238E27FC236}">
                <a16:creationId xmlns:a16="http://schemas.microsoft.com/office/drawing/2014/main" id="{697DD096-6BC7-4E0D-A91F-972A2623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276475"/>
            <a:ext cx="255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entity-users-tag-0">
            <a:extLst xmlns:a="http://schemas.openxmlformats.org/drawingml/2006/main">
              <a:ext uri="{FF2B5EF4-FFF2-40B4-BE49-F238E27FC236}">
                <a16:creationId xmlns:a16="http://schemas.microsoft.com/office/drawing/2014/main" id="{E9009D84-744F-40B7-8314-E951D9B8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324100"/>
            <a:ext cx="361950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rPr>
              <a:t>PK</a:t>
            </a:r>
          </a:p>
        </p:txBody>
      </p:sp>
      <p:sp>
        <p:nvSpPr>
          <p:cNvPr id="45" name="entity-users-field-0">
            <a:extLst xmlns:a="http://schemas.openxmlformats.org/drawingml/2006/main">
              <a:ext uri="{FF2B5EF4-FFF2-40B4-BE49-F238E27FC236}">
                <a16:creationId xmlns:a16="http://schemas.microsoft.com/office/drawing/2014/main" id="{DB97E82E-21C7-400D-921B-9E27D4CB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314575"/>
            <a:ext cx="1314450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id</a:t>
            </a:r>
          </a:p>
        </p:txBody>
      </p:sp>
      <p:sp>
        <p:nvSpPr>
          <p:cNvPr id="46" name="entity-users-type-0">
            <a:extLst xmlns:a="http://schemas.openxmlformats.org/drawingml/2006/main">
              <a:ext uri="{FF2B5EF4-FFF2-40B4-BE49-F238E27FC236}">
                <a16:creationId xmlns:a16="http://schemas.microsoft.com/office/drawing/2014/main" id="{7C257099-AB04-496A-B3C2-CF0BB9A3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314575"/>
            <a:ext cx="733425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bigserial</a:t>
            </a:r>
          </a:p>
        </p:txBody>
      </p:sp>
      <p:sp>
        <p:nvSpPr>
          <p:cNvPr id="47" name="entity-users-tag-1">
            <a:extLst xmlns:a="http://schemas.openxmlformats.org/drawingml/2006/main">
              <a:ext uri="{FF2B5EF4-FFF2-40B4-BE49-F238E27FC236}">
                <a16:creationId xmlns:a16="http://schemas.microsoft.com/office/drawing/2014/main" id="{2564458F-9AF5-4D0F-8DEA-67B64385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652713"/>
            <a:ext cx="361950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rPr>
              <a:t>UQ</a:t>
            </a:r>
          </a:p>
        </p:txBody>
      </p:sp>
      <p:sp>
        <p:nvSpPr>
          <p:cNvPr id="48" name="entity-users-field-1">
            <a:extLst xmlns:a="http://schemas.openxmlformats.org/drawingml/2006/main">
              <a:ext uri="{FF2B5EF4-FFF2-40B4-BE49-F238E27FC236}">
                <a16:creationId xmlns:a16="http://schemas.microsoft.com/office/drawing/2014/main" id="{8BBD636D-6F39-4BCE-AB04-3DBB3796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43188"/>
            <a:ext cx="1314450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username</a:t>
            </a:r>
          </a:p>
        </p:txBody>
      </p:sp>
      <p:sp>
        <p:nvSpPr>
          <p:cNvPr id="49" name="entity-users-type-1">
            <a:extLst xmlns:a="http://schemas.openxmlformats.org/drawingml/2006/main">
              <a:ext uri="{FF2B5EF4-FFF2-40B4-BE49-F238E27FC236}">
                <a16:creationId xmlns:a16="http://schemas.microsoft.com/office/drawing/2014/main" id="{1F66FF1C-70B6-47CA-B24F-2C08FFAB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43188"/>
            <a:ext cx="733425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text</a:t>
            </a:r>
          </a:p>
        </p:txBody>
      </p:sp>
      <p:sp>
        <p:nvSpPr>
          <p:cNvPr id="50" name="entity-users-field-2">
            <a:extLst xmlns:a="http://schemas.openxmlformats.org/drawingml/2006/main">
              <a:ext uri="{FF2B5EF4-FFF2-40B4-BE49-F238E27FC236}">
                <a16:creationId xmlns:a16="http://schemas.microsoft.com/office/drawing/2014/main" id="{51582AD3-2943-4697-9859-DC4E2572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71800"/>
            <a:ext cx="1314450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password_hash</a:t>
            </a:r>
          </a:p>
        </p:txBody>
      </p:sp>
      <p:sp>
        <p:nvSpPr>
          <p:cNvPr id="51" name="entity-users-type-2">
            <a:extLst xmlns:a="http://schemas.openxmlformats.org/drawingml/2006/main">
              <a:ext uri="{FF2B5EF4-FFF2-40B4-BE49-F238E27FC236}">
                <a16:creationId xmlns:a16="http://schemas.microsoft.com/office/drawing/2014/main" id="{FE574B47-FA87-4D70-B783-B5B09731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71800"/>
            <a:ext cx="733425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text</a:t>
            </a:r>
          </a:p>
        </p:txBody>
      </p:sp>
      <p:sp>
        <p:nvSpPr>
          <p:cNvPr id="52" name="entity-users-field-3">
            <a:extLst xmlns:a="http://schemas.openxmlformats.org/drawingml/2006/main">
              <a:ext uri="{FF2B5EF4-FFF2-40B4-BE49-F238E27FC236}">
                <a16:creationId xmlns:a16="http://schemas.microsoft.com/office/drawing/2014/main" id="{0C752A0A-8A65-4E18-9E07-43B9ADC8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300413"/>
            <a:ext cx="1314450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created_at</a:t>
            </a:r>
          </a:p>
        </p:txBody>
      </p:sp>
      <p:sp>
        <p:nvSpPr>
          <p:cNvPr id="53" name="entity-users-type-3">
            <a:extLst xmlns:a="http://schemas.openxmlformats.org/drawingml/2006/main">
              <a:ext uri="{FF2B5EF4-FFF2-40B4-BE49-F238E27FC236}">
                <a16:creationId xmlns:a16="http://schemas.microsoft.com/office/drawing/2014/main" id="{35D1ADFE-BD94-4D1D-82BE-6015E8F0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00413"/>
            <a:ext cx="733425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timestamptz</a:t>
            </a:r>
          </a:p>
        </p:txBody>
      </p:sp>
      <p:sp>
        <p:nvSpPr>
          <p:cNvPr id="54" name="entity-knowledge_bases">
            <a:extLst xmlns:a="http://schemas.openxmlformats.org/drawingml/2006/main">
              <a:ext uri="{FF2B5EF4-FFF2-40B4-BE49-F238E27FC236}">
                <a16:creationId xmlns:a16="http://schemas.microsoft.com/office/drawing/2014/main" id="{A31C380A-3F04-4FD2-AE9C-25DBF840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304800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55" name="entity-knowledge_bases-accent">
            <a:extLst xmlns:a="http://schemas.openxmlformats.org/drawingml/2006/main">
              <a:ext uri="{FF2B5EF4-FFF2-40B4-BE49-F238E27FC236}">
                <a16:creationId xmlns:a16="http://schemas.microsoft.com/office/drawing/2014/main" id="{9D81545A-D257-450D-8899-CB6E99AF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66675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entity-knowledge_bases-title">
            <a:extLst xmlns:a="http://schemas.openxmlformats.org/drawingml/2006/main">
              <a:ext uri="{FF2B5EF4-FFF2-40B4-BE49-F238E27FC236}">
                <a16:creationId xmlns:a16="http://schemas.microsoft.com/office/drawing/2014/main" id="{D1BCF459-2201-4D3F-B5FA-6FB9D3EC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38325"/>
            <a:ext cx="2743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F6F2E8"/>
                </a:solidFill>
                <a:latin typeface="Menlo"/>
                <a:ea typeface="Menlo"/>
                <a:cs typeface="Menlo"/>
              </a:rPr>
              <a:t>knowledge_bases</a:t>
            </a:r>
          </a:p>
        </p:txBody>
      </p:sp>
      <p:sp>
        <p:nvSpPr>
          <p:cNvPr id="57" name="entity-knowledge_bases-subtitle">
            <a:extLst xmlns:a="http://schemas.openxmlformats.org/drawingml/2006/main">
              <a:ext uri="{FF2B5EF4-FFF2-40B4-BE49-F238E27FC236}">
                <a16:creationId xmlns:a16="http://schemas.microsoft.com/office/drawing/2014/main" id="{55203079-4946-4008-ABA4-537A14F2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743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知识库</a:t>
            </a:r>
          </a:p>
        </p:txBody>
      </p:sp>
      <p:sp>
        <p:nvSpPr>
          <p:cNvPr id="58" name="entity-knowledge_bases-header-rule">
            <a:extLst xmlns:a="http://schemas.openxmlformats.org/drawingml/2006/main">
              <a:ext uri="{FF2B5EF4-FFF2-40B4-BE49-F238E27FC236}">
                <a16:creationId xmlns:a16="http://schemas.microsoft.com/office/drawing/2014/main" id="{E0883085-2F6C-47C9-A5B5-C8E8D19B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76475"/>
            <a:ext cx="274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entity-knowledge_bases-tag-0">
            <a:extLst xmlns:a="http://schemas.openxmlformats.org/drawingml/2006/main">
              <a:ext uri="{FF2B5EF4-FFF2-40B4-BE49-F238E27FC236}">
                <a16:creationId xmlns:a16="http://schemas.microsoft.com/office/drawing/2014/main" id="{8D2BE0B2-28C5-485E-896D-5123C486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24100"/>
            <a:ext cx="361950" cy="287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rPr>
              <a:t>PK</a:t>
            </a:r>
          </a:p>
        </p:txBody>
      </p:sp>
      <p:sp>
        <p:nvSpPr>
          <p:cNvPr id="60" name="entity-knowledge_bases-field-0">
            <a:extLst xmlns:a="http://schemas.openxmlformats.org/drawingml/2006/main">
              <a:ext uri="{FF2B5EF4-FFF2-40B4-BE49-F238E27FC236}">
                <a16:creationId xmlns:a16="http://schemas.microsoft.com/office/drawing/2014/main" id="{EFF31F61-3D08-4CC4-B802-E7C69F58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14575"/>
            <a:ext cx="1402080" cy="306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id</a:t>
            </a:r>
          </a:p>
        </p:txBody>
      </p:sp>
      <p:sp>
        <p:nvSpPr>
          <p:cNvPr id="61" name="entity-knowledge_bases-type-0">
            <a:extLst xmlns:a="http://schemas.openxmlformats.org/drawingml/2006/main">
              <a:ext uri="{FF2B5EF4-FFF2-40B4-BE49-F238E27FC236}">
                <a16:creationId xmlns:a16="http://schemas.microsoft.com/office/drawing/2014/main" id="{0C3FC0AC-0CC5-4D5C-864B-78FF3A9B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314575"/>
            <a:ext cx="788670" cy="306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uuid</a:t>
            </a:r>
          </a:p>
        </p:txBody>
      </p:sp>
      <p:sp>
        <p:nvSpPr>
          <p:cNvPr id="62" name="entity-knowledge_bases-tag-1">
            <a:extLst xmlns:a="http://schemas.openxmlformats.org/drawingml/2006/main">
              <a:ext uri="{FF2B5EF4-FFF2-40B4-BE49-F238E27FC236}">
                <a16:creationId xmlns:a16="http://schemas.microsoft.com/office/drawing/2014/main" id="{9FE54E06-243A-4B0F-B569-298CC9F2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30488"/>
            <a:ext cx="361950" cy="287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rPr>
              <a:t>FK*</a:t>
            </a:r>
          </a:p>
        </p:txBody>
      </p:sp>
      <p:sp>
        <p:nvSpPr>
          <p:cNvPr id="63" name="entity-knowledge_bases-field-1">
            <a:extLst xmlns:a="http://schemas.openxmlformats.org/drawingml/2006/main">
              <a:ext uri="{FF2B5EF4-FFF2-40B4-BE49-F238E27FC236}">
                <a16:creationId xmlns:a16="http://schemas.microsoft.com/office/drawing/2014/main" id="{6CF07445-2B8E-4B98-A883-4912CAAA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20963"/>
            <a:ext cx="1402080" cy="306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user_id</a:t>
            </a:r>
          </a:p>
        </p:txBody>
      </p:sp>
      <p:sp>
        <p:nvSpPr>
          <p:cNvPr id="64" name="entity-knowledge_bases-type-1">
            <a:extLst xmlns:a="http://schemas.openxmlformats.org/drawingml/2006/main">
              <a:ext uri="{FF2B5EF4-FFF2-40B4-BE49-F238E27FC236}">
                <a16:creationId xmlns:a16="http://schemas.microsoft.com/office/drawing/2014/main" id="{E30B481E-82FE-41B2-9FFC-EEF05D61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620963"/>
            <a:ext cx="788670" cy="306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bigint</a:t>
            </a:r>
          </a:p>
        </p:txBody>
      </p:sp>
      <p:sp>
        <p:nvSpPr>
          <p:cNvPr id="65" name="entity-knowledge_bases-field-2">
            <a:extLst xmlns:a="http://schemas.openxmlformats.org/drawingml/2006/main">
              <a:ext uri="{FF2B5EF4-FFF2-40B4-BE49-F238E27FC236}">
                <a16:creationId xmlns:a16="http://schemas.microsoft.com/office/drawing/2014/main" id="{F02B9945-8918-44BD-A43B-CE9B78B8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7350"/>
            <a:ext cx="1402080" cy="306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name</a:t>
            </a:r>
          </a:p>
        </p:txBody>
      </p:sp>
      <p:sp>
        <p:nvSpPr>
          <p:cNvPr id="66" name="entity-knowledge_bases-type-2">
            <a:extLst xmlns:a="http://schemas.openxmlformats.org/drawingml/2006/main">
              <a:ext uri="{FF2B5EF4-FFF2-40B4-BE49-F238E27FC236}">
                <a16:creationId xmlns:a16="http://schemas.microsoft.com/office/drawing/2014/main" id="{C3E8B610-F402-42D2-A942-BF567980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927350"/>
            <a:ext cx="788670" cy="306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text</a:t>
            </a:r>
          </a:p>
        </p:txBody>
      </p:sp>
      <p:sp>
        <p:nvSpPr>
          <p:cNvPr id="67" name="entity-knowledge_bases-field-3">
            <a:extLst xmlns:a="http://schemas.openxmlformats.org/drawingml/2006/main">
              <a:ext uri="{FF2B5EF4-FFF2-40B4-BE49-F238E27FC236}">
                <a16:creationId xmlns:a16="http://schemas.microsoft.com/office/drawing/2014/main" id="{8901A04C-1949-461F-9766-12E45A4E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3738"/>
            <a:ext cx="1402080" cy="306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is_default</a:t>
            </a:r>
          </a:p>
        </p:txBody>
      </p:sp>
      <p:sp>
        <p:nvSpPr>
          <p:cNvPr id="68" name="entity-knowledge_bases-type-3">
            <a:extLst xmlns:a="http://schemas.openxmlformats.org/drawingml/2006/main">
              <a:ext uri="{FF2B5EF4-FFF2-40B4-BE49-F238E27FC236}">
                <a16:creationId xmlns:a16="http://schemas.microsoft.com/office/drawing/2014/main" id="{60B3E4B9-9E20-49A9-89F2-299D112D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233738"/>
            <a:ext cx="788670" cy="306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boolean</a:t>
            </a:r>
          </a:p>
        </p:txBody>
      </p:sp>
      <p:sp>
        <p:nvSpPr>
          <p:cNvPr id="69" name="entity-knowledge_bases-field-4">
            <a:extLst xmlns:a="http://schemas.openxmlformats.org/drawingml/2006/main">
              <a:ext uri="{FF2B5EF4-FFF2-40B4-BE49-F238E27FC236}">
                <a16:creationId xmlns:a16="http://schemas.microsoft.com/office/drawing/2014/main" id="{88FDC448-D74A-4CE3-98C6-9962B5A9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40125"/>
            <a:ext cx="1402080" cy="306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created_at / updated_at</a:t>
            </a:r>
          </a:p>
        </p:txBody>
      </p:sp>
      <p:sp>
        <p:nvSpPr>
          <p:cNvPr id="70" name="entity-knowledge_bases-type-4">
            <a:extLst xmlns:a="http://schemas.openxmlformats.org/drawingml/2006/main">
              <a:ext uri="{FF2B5EF4-FFF2-40B4-BE49-F238E27FC236}">
                <a16:creationId xmlns:a16="http://schemas.microsoft.com/office/drawing/2014/main" id="{1451EA80-01AD-442A-B03B-BCB1A071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540125"/>
            <a:ext cx="788670" cy="306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timestamptz</a:t>
            </a:r>
          </a:p>
        </p:txBody>
      </p:sp>
      <p:sp>
        <p:nvSpPr>
          <p:cNvPr id="71" name="entity-knowledge_bases-field-5">
            <a:extLst xmlns:a="http://schemas.openxmlformats.org/drawingml/2006/main">
              <a:ext uri="{FF2B5EF4-FFF2-40B4-BE49-F238E27FC236}">
                <a16:creationId xmlns:a16="http://schemas.microsoft.com/office/drawing/2014/main" id="{F51E796F-B05B-4766-B8C5-82F502B6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46513"/>
            <a:ext cx="1402080" cy="306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deleted_at</a:t>
            </a:r>
          </a:p>
        </p:txBody>
      </p:sp>
      <p:sp>
        <p:nvSpPr>
          <p:cNvPr id="72" name="entity-knowledge_bases-type-5">
            <a:extLst xmlns:a="http://schemas.openxmlformats.org/drawingml/2006/main">
              <a:ext uri="{FF2B5EF4-FFF2-40B4-BE49-F238E27FC236}">
                <a16:creationId xmlns:a16="http://schemas.microsoft.com/office/drawing/2014/main" id="{9BE40D0D-4A73-4469-B48A-DEFE806C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846513"/>
            <a:ext cx="788670" cy="306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timestamptz</a:t>
            </a:r>
          </a:p>
        </p:txBody>
      </p:sp>
      <p:sp>
        <p:nvSpPr>
          <p:cNvPr id="73" name="registration-user-base-visible-h1">
            <a:extLst xmlns:a="http://schemas.openxmlformats.org/drawingml/2006/main">
              <a:ext uri="{FF2B5EF4-FFF2-40B4-BE49-F238E27FC236}">
                <a16:creationId xmlns:a16="http://schemas.microsoft.com/office/drawing/2014/main" id="{4185687D-FB82-4690-AD99-687E73E6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52725"/>
            <a:ext cx="30956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registration-user-base-visible-v">
            <a:extLst xmlns:a="http://schemas.openxmlformats.org/drawingml/2006/main">
              <a:ext uri="{FF2B5EF4-FFF2-40B4-BE49-F238E27FC236}">
                <a16:creationId xmlns:a16="http://schemas.microsoft.com/office/drawing/2014/main" id="{3129B78B-C493-4C92-9B4B-7E9B9883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413" y="2762250"/>
            <a:ext cx="19050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registration-user-base-visible-h2">
            <a:extLst xmlns:a="http://schemas.openxmlformats.org/drawingml/2006/main">
              <a:ext uri="{FF2B5EF4-FFF2-40B4-BE49-F238E27FC236}">
                <a16:creationId xmlns:a16="http://schemas.microsoft.com/office/drawing/2014/main" id="{EC9C5A8A-6D10-4B6C-8D95-C60C861B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2938" y="3014663"/>
            <a:ext cx="30956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76" name="registration-user-base"/>
          <p:cNvCxnSpPr>
            <a:stCxn xmlns:a="http://schemas.openxmlformats.org/drawingml/2006/main" id="39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7953375" y="2762250"/>
            <a:ext cx="619125" cy="261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4B860"/>
            </a:solidFill>
            <a:prstDash val="solid"/>
          </a:ln>
        </p:spPr>
      </p:cxnSp>
      <p:sp>
        <p:nvSpPr>
          <p:cNvPr id="77" name="registration-user-base-label">
            <a:extLst xmlns:a="http://schemas.openxmlformats.org/drawingml/2006/main">
              <a:ext uri="{FF2B5EF4-FFF2-40B4-BE49-F238E27FC236}">
                <a16:creationId xmlns:a16="http://schemas.microsoft.com/office/drawing/2014/main" id="{5E838B1D-AFAB-4795-8EE2-0058C115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571750"/>
            <a:ext cx="1000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rPr>
              <a:t>1 用户 : N 知识库</a:t>
            </a:r>
          </a:p>
        </p:txBody>
      </p:sp>
      <p:sp>
        <p:nvSpPr>
          <p:cNvPr id="78" name="registration-constraints-background">
            <a:extLst xmlns:a="http://schemas.openxmlformats.org/drawingml/2006/main">
              <a:ext uri="{FF2B5EF4-FFF2-40B4-BE49-F238E27FC236}">
                <a16:creationId xmlns:a16="http://schemas.microsoft.com/office/drawing/2014/main" id="{22A13634-8E26-41EB-94A4-ED53B2B5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572000"/>
            <a:ext cx="6524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544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79" name="registration-constraints-accent">
            <a:extLst xmlns:a="http://schemas.openxmlformats.org/drawingml/2006/main">
              <a:ext uri="{FF2B5EF4-FFF2-40B4-BE49-F238E27FC236}">
                <a16:creationId xmlns:a16="http://schemas.microsoft.com/office/drawing/2014/main" id="{AA458879-9A2D-4A16-9539-1D5913A7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57200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registration-constraints-title">
            <a:extLst xmlns:a="http://schemas.openxmlformats.org/drawingml/2006/main">
              <a:ext uri="{FF2B5EF4-FFF2-40B4-BE49-F238E27FC236}">
                <a16:creationId xmlns:a16="http://schemas.microsoft.com/office/drawing/2014/main" id="{4C30FA2C-9B5C-447B-AAF8-1079CDDA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686300"/>
            <a:ext cx="6200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rPr>
              <a:t>约束证据</a:t>
            </a:r>
          </a:p>
        </p:txBody>
      </p:sp>
      <p:sp>
        <p:nvSpPr>
          <p:cNvPr id="81" name="registration-constraints-body">
            <a:extLst xmlns:a="http://schemas.openxmlformats.org/drawingml/2006/main">
              <a:ext uri="{FF2B5EF4-FFF2-40B4-BE49-F238E27FC236}">
                <a16:creationId xmlns:a16="http://schemas.microsoft.com/office/drawing/2014/main" id="{F3E87BAC-8E27-470C-BAA3-CE226E79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972050"/>
            <a:ext cx="62007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users.username UNIQUE</a:t>
            </a:r>
          </a:p>
          <a:p xmlns:a="http://schemas.openxmlformats.org/drawingml/2006/main">
            <a:pPr algn="l">
              <a:defRPr sz="97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uq_knowledge_bases_user_default：仅对 is_default=true 且 deleted_at IS NULL 生效</a:t>
            </a:r>
          </a:p>
          <a:p xmlns:a="http://schemas.openxmlformats.org/drawingml/2006/main">
            <a:pPr algn="l">
              <a:defRPr sz="97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结论：一个用户可有多个知识库，但最多一个活跃默认知识库。</a:t>
            </a:r>
          </a:p>
        </p:txBody>
      </p:sp>
    </p:spTree>
    <p:extLst>
      <p:ext uri="{BB962C8B-B14F-4D97-AF65-F5344CB8AC3E}">
        <p14:creationId xmlns:p14="http://schemas.microsoft.com/office/powerpoint/2010/main" val="7122875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33F5A84A-F5C7-4B18-B041-1C2E917C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4680DC3D-9527-479D-B2B6-1377FD09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B7FFF6A5-C293-4A89-9753-32D92E0B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64B14448-BAC3-4DC3-82CB-6FC9B0E6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rPr>
              <a:t>聊天功能 · 数据落点</a:t>
            </a:r>
          </a:p>
        </p:txBody>
      </p:sp>
      <p:sp>
        <p:nvSpPr>
          <p:cNvPr id="5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9121EE4A-9F57-4A9A-A30A-69B16C96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096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rPr>
              <a:t>一次聊天由知识库定界，并在会话中持续追加消息</a:t>
            </a:r>
          </a:p>
        </p:txBody>
      </p:sp>
      <p:sp>
        <p:nvSpPr>
          <p:cNvPr id="6" name="support-3">
            <a:extLst xmlns:a="http://schemas.openxmlformats.org/drawingml/2006/main">
              <a:ext uri="{FF2B5EF4-FFF2-40B4-BE49-F238E27FC236}">
                <a16:creationId xmlns:a16="http://schemas.microsoft.com/office/drawing/2014/main" id="{C82BA5B4-CF82-4ABA-8248-0B793865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95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knowledge_base_id 是会话的必填边界；messages 以 conversation_id 形成可追溯的消息流。</a:t>
            </a:r>
          </a:p>
        </p:txBody>
      </p:sp>
      <p:sp>
        <p:nvSpPr>
          <p:cNvPr id="7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1C21A63B-9873-4D64-947B-F8DBFFC6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-note-3">
            <a:extLst xmlns:a="http://schemas.openxmlformats.org/drawingml/2006/main">
              <a:ext uri="{FF2B5EF4-FFF2-40B4-BE49-F238E27FC236}">
                <a16:creationId xmlns:a16="http://schemas.microsoft.com/office/drawing/2014/main" id="{D00BA66D-B116-4E3D-B99F-E0BCB81B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注：原 DDL 未声明 FOREIGN KEY；图中 FK* 与关系线依据字段命名和类型语义推导。</a:t>
            </a:r>
          </a:p>
        </p:txBody>
      </p:sp>
      <p:sp>
        <p:nvSpPr>
          <p:cNvPr id="9" name="page-3">
            <a:extLst xmlns:a="http://schemas.openxmlformats.org/drawingml/2006/main">
              <a:ext uri="{FF2B5EF4-FFF2-40B4-BE49-F238E27FC236}">
                <a16:creationId xmlns:a16="http://schemas.microsoft.com/office/drawing/2014/main" id="{6A8DDE6E-CD43-46FB-A074-E5A3E45A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0" name="step-1-box">
            <a:extLst xmlns:a="http://schemas.openxmlformats.org/drawingml/2006/main">
              <a:ext uri="{FF2B5EF4-FFF2-40B4-BE49-F238E27FC236}">
                <a16:creationId xmlns:a16="http://schemas.microsoft.com/office/drawing/2014/main" id="{8DF220BA-2987-4B6B-B2A2-8C261130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2476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11" name="step-1-number-bg">
            <a:extLst xmlns:a="http://schemas.openxmlformats.org/drawingml/2006/main">
              <a:ext uri="{FF2B5EF4-FFF2-40B4-BE49-F238E27FC236}">
                <a16:creationId xmlns:a16="http://schemas.microsoft.com/office/drawing/2014/main" id="{909B5706-7C82-4A8B-8594-3CC6DAA9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9FD29E62-D96A-4FCB-8D89-3439E18E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122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9122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3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9BEC7B80-B86A-4994-9D56-8228E32E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62125"/>
            <a:ext cx="1695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rPr>
              <a:t>鉴权用户</a:t>
            </a:r>
          </a:p>
        </p:txBody>
      </p:sp>
      <p:sp>
        <p:nvSpPr>
          <p:cNvPr id="14" name="step-1-body">
            <a:extLst xmlns:a="http://schemas.openxmlformats.org/drawingml/2006/main">
              <a:ext uri="{FF2B5EF4-FFF2-40B4-BE49-F238E27FC236}">
                <a16:creationId xmlns:a16="http://schemas.microsoft.com/office/drawing/2014/main" id="{CD55C98B-897A-44CE-BAD2-CE6D09DF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确认 users.id，限定数据所有权。</a:t>
            </a:r>
          </a:p>
        </p:txBody>
      </p:sp>
      <p:sp>
        <p:nvSpPr>
          <p:cNvPr id="15" name="step-2-box">
            <a:extLst xmlns:a="http://schemas.openxmlformats.org/drawingml/2006/main">
              <a:ext uri="{FF2B5EF4-FFF2-40B4-BE49-F238E27FC236}">
                <a16:creationId xmlns:a16="http://schemas.microsoft.com/office/drawing/2014/main" id="{B3A48B61-910B-4D31-BADE-616A9807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476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16" name="step-2-number-bg">
            <a:extLst xmlns:a="http://schemas.openxmlformats.org/drawingml/2006/main">
              <a:ext uri="{FF2B5EF4-FFF2-40B4-BE49-F238E27FC236}">
                <a16:creationId xmlns:a16="http://schemas.microsoft.com/office/drawing/2014/main" id="{D311D95C-E203-478E-96C4-A12F24EB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02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A5D0CE7F-85E6-4E9B-93D4-30CBA0ED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02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122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9122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8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7B4DBE15-EAA0-42CE-B51F-CE6F60BE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762125"/>
            <a:ext cx="1695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rPr>
              <a:t>选择知识库</a:t>
            </a:r>
          </a:p>
        </p:txBody>
      </p:sp>
      <p:sp>
        <p:nvSpPr>
          <p:cNvPr id="19" name="step-2-body">
            <a:extLst xmlns:a="http://schemas.openxmlformats.org/drawingml/2006/main">
              <a:ext uri="{FF2B5EF4-FFF2-40B4-BE49-F238E27FC236}">
                <a16:creationId xmlns:a16="http://schemas.microsoft.com/office/drawing/2014/main" id="{4406087A-3DFA-4739-B5AD-4F0E9E11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383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knowledge_bases.id 决定检索范围。</a:t>
            </a:r>
          </a:p>
        </p:txBody>
      </p:sp>
      <p:sp>
        <p:nvSpPr>
          <p:cNvPr id="20" name="step-3-box">
            <a:extLst xmlns:a="http://schemas.openxmlformats.org/drawingml/2006/main">
              <a:ext uri="{FF2B5EF4-FFF2-40B4-BE49-F238E27FC236}">
                <a16:creationId xmlns:a16="http://schemas.microsoft.com/office/drawing/2014/main" id="{E7C3C70E-C8B3-4F11-9D80-3CBC55B6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38300"/>
            <a:ext cx="2476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21" name="step-3-number-bg">
            <a:extLst xmlns:a="http://schemas.openxmlformats.org/drawingml/2006/main">
              <a:ext uri="{FF2B5EF4-FFF2-40B4-BE49-F238E27FC236}">
                <a16:creationId xmlns:a16="http://schemas.microsoft.com/office/drawing/2014/main" id="{17CA9915-C62F-4B18-917A-DEA9CF75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02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30939D3C-A60E-4AC5-AD5C-25D9CF34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02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122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9122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23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7EBCBF8A-C1B0-42E3-BC51-ACB0331A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62125"/>
            <a:ext cx="1695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rPr>
              <a:t>创建或继续会话</a:t>
            </a:r>
          </a:p>
        </p:txBody>
      </p:sp>
      <p:sp>
        <p:nvSpPr>
          <p:cNvPr id="24" name="step-3-body">
            <a:extLst xmlns:a="http://schemas.openxmlformats.org/drawingml/2006/main">
              <a:ext uri="{FF2B5EF4-FFF2-40B4-BE49-F238E27FC236}">
                <a16:creationId xmlns:a16="http://schemas.microsoft.com/office/drawing/2014/main" id="{A26BE27A-4D94-4149-8733-DD67BE67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写入 user_id 与 knowledge_base_id。</a:t>
            </a:r>
          </a:p>
        </p:txBody>
      </p:sp>
      <p:sp>
        <p:nvSpPr>
          <p:cNvPr id="25" name="step-4-box">
            <a:extLst xmlns:a="http://schemas.openxmlformats.org/drawingml/2006/main">
              <a:ext uri="{FF2B5EF4-FFF2-40B4-BE49-F238E27FC236}">
                <a16:creationId xmlns:a16="http://schemas.microsoft.com/office/drawing/2014/main" id="{BE2A4507-6CF4-472E-B791-B80F6C0F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38300"/>
            <a:ext cx="2743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26" name="step-4-number-bg">
            <a:extLst xmlns:a="http://schemas.openxmlformats.org/drawingml/2006/main">
              <a:ext uri="{FF2B5EF4-FFF2-40B4-BE49-F238E27FC236}">
                <a16:creationId xmlns:a16="http://schemas.microsoft.com/office/drawing/2014/main" id="{CD8D461D-EA3E-4329-B6BF-3FD28E03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02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3222927B-52FC-4B86-A6E5-F3085839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02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122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9122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8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F7217482-3025-4304-9443-6DC0B002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62125"/>
            <a:ext cx="1962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rPr>
              <a:t>追加角色化消息</a:t>
            </a:r>
          </a:p>
        </p:txBody>
      </p:sp>
      <p:sp>
        <p:nvSpPr>
          <p:cNvPr id="29" name="step-4-body">
            <a:extLst xmlns:a="http://schemas.openxmlformats.org/drawingml/2006/main">
              <a:ext uri="{FF2B5EF4-FFF2-40B4-BE49-F238E27FC236}">
                <a16:creationId xmlns:a16="http://schemas.microsoft.com/office/drawing/2014/main" id="{EE6AB659-D994-48F5-BC1D-F27C4F5B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3835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role 区分 user / assistant，content 保存正文。</a:t>
            </a:r>
          </a:p>
        </p:txBody>
      </p:sp>
      <p:sp>
        <p:nvSpPr>
          <p:cNvPr id="30" name="chat-step-1-2-visible-h">
            <a:extLst xmlns:a="http://schemas.openxmlformats.org/drawingml/2006/main">
              <a:ext uri="{FF2B5EF4-FFF2-40B4-BE49-F238E27FC236}">
                <a16:creationId xmlns:a16="http://schemas.microsoft.com/office/drawing/2014/main" id="{4BCBEE2D-3BA1-427F-9C69-ED05D923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383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chat-step-1-2-visible-arrow">
            <a:extLst xmlns:a="http://schemas.openxmlformats.org/drawingml/2006/main">
              <a:ext uri="{FF2B5EF4-FFF2-40B4-BE49-F238E27FC236}">
                <a16:creationId xmlns:a16="http://schemas.microsoft.com/office/drawing/2014/main" id="{FE3144EA-4710-43C3-B9B2-4400EC5D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335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144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14468"/>
                </a:solidFill>
                <a:latin typeface="Arial Unicode MS"/>
                <a:ea typeface="Arial Unicode MS"/>
                <a:cs typeface="Arial Unicode MS"/>
              </a:rPr>
              <a:t>›</a:t>
            </a:r>
          </a:p>
        </p:txBody>
      </p:sp>
      <p:cxnSp>
        <p:nvCxnSpPr>
          <p:cNvPr id="32" name="chat-step-1-2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028950" y="20478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468"/>
            </a:solidFill>
            <a:prstDash val="solid"/>
            <a:headEnd type="arrow" w="med" len="med"/>
          </a:ln>
        </p:spPr>
      </p:cxnSp>
      <p:sp>
        <p:nvSpPr>
          <p:cNvPr id="33" name="chat-step-2-3-visible-h">
            <a:extLst xmlns:a="http://schemas.openxmlformats.org/drawingml/2006/main">
              <a:ext uri="{FF2B5EF4-FFF2-40B4-BE49-F238E27FC236}">
                <a16:creationId xmlns:a16="http://schemas.microsoft.com/office/drawing/2014/main" id="{88502218-47A9-4DC3-9AEA-E33F2E80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383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chat-step-2-3-visible-arrow">
            <a:extLst xmlns:a="http://schemas.openxmlformats.org/drawingml/2006/main">
              <a:ext uri="{FF2B5EF4-FFF2-40B4-BE49-F238E27FC236}">
                <a16:creationId xmlns:a16="http://schemas.microsoft.com/office/drawing/2014/main" id="{3B90971F-41FF-459A-A952-62F4A79E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335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144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14468"/>
                </a:solidFill>
                <a:latin typeface="Arial Unicode MS"/>
                <a:ea typeface="Arial Unicode MS"/>
                <a:cs typeface="Arial Unicode MS"/>
              </a:rPr>
              <a:t>›</a:t>
            </a:r>
          </a:p>
        </p:txBody>
      </p:sp>
      <p:cxnSp>
        <p:nvCxnSpPr>
          <p:cNvPr id="35" name="chat-step-2-3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810250" y="20478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468"/>
            </a:solidFill>
            <a:prstDash val="solid"/>
            <a:headEnd type="arrow" w="med" len="med"/>
          </a:ln>
        </p:spPr>
      </p:cxnSp>
      <p:sp>
        <p:nvSpPr>
          <p:cNvPr id="36" name="chat-step-3-4-visible-h">
            <a:extLst xmlns:a="http://schemas.openxmlformats.org/drawingml/2006/main">
              <a:ext uri="{FF2B5EF4-FFF2-40B4-BE49-F238E27FC236}">
                <a16:creationId xmlns:a16="http://schemas.microsoft.com/office/drawing/2014/main" id="{0331E912-E04F-4463-A012-C764A500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383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chat-step-3-4-visible-arrow">
            <a:extLst xmlns:a="http://schemas.openxmlformats.org/drawingml/2006/main">
              <a:ext uri="{FF2B5EF4-FFF2-40B4-BE49-F238E27FC236}">
                <a16:creationId xmlns:a16="http://schemas.microsoft.com/office/drawing/2014/main" id="{CC8373BE-3D82-4C2B-92AE-D3503CB1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335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144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14468"/>
                </a:solidFill>
                <a:latin typeface="Arial Unicode MS"/>
                <a:ea typeface="Arial Unicode MS"/>
                <a:cs typeface="Arial Unicode MS"/>
              </a:rPr>
              <a:t>›</a:t>
            </a:r>
          </a:p>
        </p:txBody>
      </p:sp>
      <p:cxnSp>
        <p:nvCxnSpPr>
          <p:cNvPr id="38" name="chat-step-3-4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591550" y="20478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468"/>
            </a:solidFill>
            <a:prstDash val="solid"/>
            <a:headEnd type="arrow" w="med" len="med"/>
          </a:ln>
        </p:spPr>
      </p:cxnSp>
      <p:sp>
        <p:nvSpPr>
          <p:cNvPr id="39" name="entity-knowledge_bases">
            <a:extLst xmlns:a="http://schemas.openxmlformats.org/drawingml/2006/main">
              <a:ext uri="{FF2B5EF4-FFF2-40B4-BE49-F238E27FC236}">
                <a16:creationId xmlns:a16="http://schemas.microsoft.com/office/drawing/2014/main" id="{93752AE5-BDCE-4163-8B1A-E819216E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40" name="entity-knowledge_bases-accent">
            <a:extLst xmlns:a="http://schemas.openxmlformats.org/drawingml/2006/main">
              <a:ext uri="{FF2B5EF4-FFF2-40B4-BE49-F238E27FC236}">
                <a16:creationId xmlns:a16="http://schemas.microsoft.com/office/drawing/2014/main" id="{578F50CE-42D7-4FE5-9E99-612990B3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66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entity-knowledge_bases-title">
            <a:extLst xmlns:a="http://schemas.openxmlformats.org/drawingml/2006/main">
              <a:ext uri="{FF2B5EF4-FFF2-40B4-BE49-F238E27FC236}">
                <a16:creationId xmlns:a16="http://schemas.microsoft.com/office/drawing/2014/main" id="{834F570E-D577-455B-B3AF-F7B54529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743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F6F2E8"/>
                </a:solidFill>
                <a:latin typeface="Menlo"/>
                <a:ea typeface="Menlo"/>
                <a:cs typeface="Menlo"/>
              </a:rPr>
              <a:t>knowledge_bases</a:t>
            </a:r>
          </a:p>
        </p:txBody>
      </p:sp>
      <p:sp>
        <p:nvSpPr>
          <p:cNvPr id="42" name="entity-knowledge_bases-subtitle">
            <a:extLst xmlns:a="http://schemas.openxmlformats.org/drawingml/2006/main">
              <a:ext uri="{FF2B5EF4-FFF2-40B4-BE49-F238E27FC236}">
                <a16:creationId xmlns:a16="http://schemas.microsoft.com/office/drawing/2014/main" id="{38A05C41-E1C5-4D6C-88C1-82C3651B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2743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知识库</a:t>
            </a:r>
          </a:p>
        </p:txBody>
      </p:sp>
      <p:sp>
        <p:nvSpPr>
          <p:cNvPr id="43" name="entity-knowledge_bases-header-rule">
            <a:extLst xmlns:a="http://schemas.openxmlformats.org/drawingml/2006/main">
              <a:ext uri="{FF2B5EF4-FFF2-40B4-BE49-F238E27FC236}">
                <a16:creationId xmlns:a16="http://schemas.microsoft.com/office/drawing/2014/main" id="{DD634417-A4D8-4AF1-927C-90C06DF7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274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entity-knowledge_bases-tag-0">
            <a:extLst xmlns:a="http://schemas.openxmlformats.org/drawingml/2006/main">
              <a:ext uri="{FF2B5EF4-FFF2-40B4-BE49-F238E27FC236}">
                <a16:creationId xmlns:a16="http://schemas.microsoft.com/office/drawing/2014/main" id="{50C22150-1A6F-4E7A-A333-5DF6DFB3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95725"/>
            <a:ext cx="361950" cy="255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rPr>
              <a:t>PK</a:t>
            </a:r>
          </a:p>
        </p:txBody>
      </p:sp>
      <p:sp>
        <p:nvSpPr>
          <p:cNvPr id="45" name="entity-knowledge_bases-field-0">
            <a:extLst xmlns:a="http://schemas.openxmlformats.org/drawingml/2006/main">
              <a:ext uri="{FF2B5EF4-FFF2-40B4-BE49-F238E27FC236}">
                <a16:creationId xmlns:a16="http://schemas.microsoft.com/office/drawing/2014/main" id="{146358BD-DB04-447D-ADCE-44518C75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86200"/>
            <a:ext cx="1402080" cy="274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id</a:t>
            </a:r>
          </a:p>
        </p:txBody>
      </p:sp>
      <p:sp>
        <p:nvSpPr>
          <p:cNvPr id="46" name="entity-knowledge_bases-type-0">
            <a:extLst xmlns:a="http://schemas.openxmlformats.org/drawingml/2006/main">
              <a:ext uri="{FF2B5EF4-FFF2-40B4-BE49-F238E27FC236}">
                <a16:creationId xmlns:a16="http://schemas.microsoft.com/office/drawing/2014/main" id="{83578A90-F042-4F55-9272-AB5CE28F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86200"/>
            <a:ext cx="788670" cy="274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uuid</a:t>
            </a:r>
          </a:p>
        </p:txBody>
      </p:sp>
      <p:sp>
        <p:nvSpPr>
          <p:cNvPr id="47" name="entity-knowledge_bases-tag-1">
            <a:extLst xmlns:a="http://schemas.openxmlformats.org/drawingml/2006/main">
              <a:ext uri="{FF2B5EF4-FFF2-40B4-BE49-F238E27FC236}">
                <a16:creationId xmlns:a16="http://schemas.microsoft.com/office/drawing/2014/main" id="{FA4B3CC2-AF32-40E4-9C92-F764E774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0363"/>
            <a:ext cx="361950" cy="255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rPr>
              <a:t>FK*</a:t>
            </a:r>
          </a:p>
        </p:txBody>
      </p:sp>
      <p:sp>
        <p:nvSpPr>
          <p:cNvPr id="48" name="entity-knowledge_bases-field-1">
            <a:extLst xmlns:a="http://schemas.openxmlformats.org/drawingml/2006/main">
              <a:ext uri="{FF2B5EF4-FFF2-40B4-BE49-F238E27FC236}">
                <a16:creationId xmlns:a16="http://schemas.microsoft.com/office/drawing/2014/main" id="{FB51DC14-6293-4256-970F-7300DA04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60838"/>
            <a:ext cx="1402080" cy="274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user_id</a:t>
            </a:r>
          </a:p>
        </p:txBody>
      </p:sp>
      <p:sp>
        <p:nvSpPr>
          <p:cNvPr id="49" name="entity-knowledge_bases-type-1">
            <a:extLst xmlns:a="http://schemas.openxmlformats.org/drawingml/2006/main">
              <a:ext uri="{FF2B5EF4-FFF2-40B4-BE49-F238E27FC236}">
                <a16:creationId xmlns:a16="http://schemas.microsoft.com/office/drawing/2014/main" id="{E7912169-E3A8-458F-8FE4-3A23DBEB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160838"/>
            <a:ext cx="788670" cy="274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bigint</a:t>
            </a:r>
          </a:p>
        </p:txBody>
      </p:sp>
      <p:sp>
        <p:nvSpPr>
          <p:cNvPr id="50" name="entity-knowledge_bases-field-2">
            <a:extLst xmlns:a="http://schemas.openxmlformats.org/drawingml/2006/main">
              <a:ext uri="{FF2B5EF4-FFF2-40B4-BE49-F238E27FC236}">
                <a16:creationId xmlns:a16="http://schemas.microsoft.com/office/drawing/2014/main" id="{AA6FFD7D-E51D-4AC1-B807-932F2CB6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35475"/>
            <a:ext cx="1402080" cy="274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name</a:t>
            </a:r>
          </a:p>
        </p:txBody>
      </p:sp>
      <p:sp>
        <p:nvSpPr>
          <p:cNvPr id="51" name="entity-knowledge_bases-type-2">
            <a:extLst xmlns:a="http://schemas.openxmlformats.org/drawingml/2006/main">
              <a:ext uri="{FF2B5EF4-FFF2-40B4-BE49-F238E27FC236}">
                <a16:creationId xmlns:a16="http://schemas.microsoft.com/office/drawing/2014/main" id="{1A6222A8-6967-4A84-9371-2D4509C5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35475"/>
            <a:ext cx="788670" cy="274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text</a:t>
            </a:r>
          </a:p>
        </p:txBody>
      </p:sp>
      <p:sp>
        <p:nvSpPr>
          <p:cNvPr id="52" name="entity-knowledge_bases-field-3">
            <a:extLst xmlns:a="http://schemas.openxmlformats.org/drawingml/2006/main">
              <a:ext uri="{FF2B5EF4-FFF2-40B4-BE49-F238E27FC236}">
                <a16:creationId xmlns:a16="http://schemas.microsoft.com/office/drawing/2014/main" id="{1EB99234-EFE8-4E19-87AD-12EB8774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10113"/>
            <a:ext cx="1402080" cy="274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is_default</a:t>
            </a:r>
          </a:p>
        </p:txBody>
      </p:sp>
      <p:sp>
        <p:nvSpPr>
          <p:cNvPr id="53" name="entity-knowledge_bases-type-3">
            <a:extLst xmlns:a="http://schemas.openxmlformats.org/drawingml/2006/main">
              <a:ext uri="{FF2B5EF4-FFF2-40B4-BE49-F238E27FC236}">
                <a16:creationId xmlns:a16="http://schemas.microsoft.com/office/drawing/2014/main" id="{196AC977-C64E-4783-8D44-8174C6FB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10113"/>
            <a:ext cx="788670" cy="274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boolean</a:t>
            </a:r>
          </a:p>
        </p:txBody>
      </p:sp>
      <p:sp>
        <p:nvSpPr>
          <p:cNvPr id="54" name="entity-knowledge_bases-field-4">
            <a:extLst xmlns:a="http://schemas.openxmlformats.org/drawingml/2006/main">
              <a:ext uri="{FF2B5EF4-FFF2-40B4-BE49-F238E27FC236}">
                <a16:creationId xmlns:a16="http://schemas.microsoft.com/office/drawing/2014/main" id="{A1647CB8-A598-4325-BA09-6D081927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84750"/>
            <a:ext cx="1402080" cy="274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created_at / updated_at</a:t>
            </a:r>
          </a:p>
        </p:txBody>
      </p:sp>
      <p:sp>
        <p:nvSpPr>
          <p:cNvPr id="55" name="entity-knowledge_bases-type-4">
            <a:extLst xmlns:a="http://schemas.openxmlformats.org/drawingml/2006/main">
              <a:ext uri="{FF2B5EF4-FFF2-40B4-BE49-F238E27FC236}">
                <a16:creationId xmlns:a16="http://schemas.microsoft.com/office/drawing/2014/main" id="{9A2B146F-EA4D-431E-AF66-BC01395B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84750"/>
            <a:ext cx="788670" cy="274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timestamptz</a:t>
            </a:r>
          </a:p>
        </p:txBody>
      </p:sp>
      <p:sp>
        <p:nvSpPr>
          <p:cNvPr id="56" name="entity-knowledge_bases-field-5">
            <a:extLst xmlns:a="http://schemas.openxmlformats.org/drawingml/2006/main">
              <a:ext uri="{FF2B5EF4-FFF2-40B4-BE49-F238E27FC236}">
                <a16:creationId xmlns:a16="http://schemas.microsoft.com/office/drawing/2014/main" id="{16E28315-4B4B-4FFA-A5B5-7BC76F63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59388"/>
            <a:ext cx="1402080" cy="274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deleted_at</a:t>
            </a:r>
          </a:p>
        </p:txBody>
      </p:sp>
      <p:sp>
        <p:nvSpPr>
          <p:cNvPr id="57" name="entity-knowledge_bases-type-5">
            <a:extLst xmlns:a="http://schemas.openxmlformats.org/drawingml/2006/main">
              <a:ext uri="{FF2B5EF4-FFF2-40B4-BE49-F238E27FC236}">
                <a16:creationId xmlns:a16="http://schemas.microsoft.com/office/drawing/2014/main" id="{D82BC05D-5A1E-427F-8D29-C20EDE98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259388"/>
            <a:ext cx="788670" cy="274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timestamptz</a:t>
            </a:r>
          </a:p>
        </p:txBody>
      </p:sp>
      <p:sp>
        <p:nvSpPr>
          <p:cNvPr id="58" name="entity-conversations">
            <a:extLst xmlns:a="http://schemas.openxmlformats.org/drawingml/2006/main">
              <a:ext uri="{FF2B5EF4-FFF2-40B4-BE49-F238E27FC236}">
                <a16:creationId xmlns:a16="http://schemas.microsoft.com/office/drawing/2014/main" id="{C6F7F858-D8FA-4776-A9D5-D73D3116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3095625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59" name="entity-conversations-accent">
            <a:extLst xmlns:a="http://schemas.openxmlformats.org/drawingml/2006/main">
              <a:ext uri="{FF2B5EF4-FFF2-40B4-BE49-F238E27FC236}">
                <a16:creationId xmlns:a16="http://schemas.microsoft.com/office/drawing/2014/main" id="{C798196A-6097-4925-B515-1F476FFE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6667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entity-conversations-title">
            <a:extLst xmlns:a="http://schemas.openxmlformats.org/drawingml/2006/main">
              <a:ext uri="{FF2B5EF4-FFF2-40B4-BE49-F238E27FC236}">
                <a16:creationId xmlns:a16="http://schemas.microsoft.com/office/drawing/2014/main" id="{1623AE19-2DBF-42D8-9FA2-8CE09EC0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19450"/>
            <a:ext cx="27908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F6F2E8"/>
                </a:solidFill>
                <a:latin typeface="Menlo"/>
                <a:ea typeface="Menlo"/>
                <a:cs typeface="Menlo"/>
              </a:rPr>
              <a:t>conversations</a:t>
            </a:r>
          </a:p>
        </p:txBody>
      </p:sp>
      <p:sp>
        <p:nvSpPr>
          <p:cNvPr id="61" name="entity-conversations-subtitle">
            <a:extLst xmlns:a="http://schemas.openxmlformats.org/drawingml/2006/main">
              <a:ext uri="{FF2B5EF4-FFF2-40B4-BE49-F238E27FC236}">
                <a16:creationId xmlns:a16="http://schemas.microsoft.com/office/drawing/2014/main" id="{87F68831-6326-4D45-BF9C-4991904C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76625"/>
            <a:ext cx="2790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聊天会话</a:t>
            </a:r>
          </a:p>
        </p:txBody>
      </p:sp>
      <p:sp>
        <p:nvSpPr>
          <p:cNvPr id="62" name="entity-conversations-header-rule">
            <a:extLst xmlns:a="http://schemas.openxmlformats.org/drawingml/2006/main">
              <a:ext uri="{FF2B5EF4-FFF2-40B4-BE49-F238E27FC236}">
                <a16:creationId xmlns:a16="http://schemas.microsoft.com/office/drawing/2014/main" id="{6A9ECB32-C8C6-4B60-9D15-0D313D62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57600"/>
            <a:ext cx="2790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entity-conversations-tag-0">
            <a:extLst xmlns:a="http://schemas.openxmlformats.org/drawingml/2006/main">
              <a:ext uri="{FF2B5EF4-FFF2-40B4-BE49-F238E27FC236}">
                <a16:creationId xmlns:a16="http://schemas.microsoft.com/office/drawing/2014/main" id="{4DA93698-41F7-49C7-8270-FFC303D8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05225"/>
            <a:ext cx="361950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rPr>
              <a:t>PK</a:t>
            </a:r>
          </a:p>
        </p:txBody>
      </p:sp>
      <p:sp>
        <p:nvSpPr>
          <p:cNvPr id="64" name="entity-conversations-field-0">
            <a:extLst xmlns:a="http://schemas.openxmlformats.org/drawingml/2006/main">
              <a:ext uri="{FF2B5EF4-FFF2-40B4-BE49-F238E27FC236}">
                <a16:creationId xmlns:a16="http://schemas.microsoft.com/office/drawing/2014/main" id="{21A3F43D-09F9-45F1-8361-D8F71CAA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95700"/>
            <a:ext cx="1423988" cy="338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id</a:t>
            </a:r>
          </a:p>
        </p:txBody>
      </p:sp>
      <p:sp>
        <p:nvSpPr>
          <p:cNvPr id="65" name="entity-conversations-type-0">
            <a:extLst xmlns:a="http://schemas.openxmlformats.org/drawingml/2006/main">
              <a:ext uri="{FF2B5EF4-FFF2-40B4-BE49-F238E27FC236}">
                <a16:creationId xmlns:a16="http://schemas.microsoft.com/office/drawing/2014/main" id="{7BB25D2D-D2F3-4D07-986F-C73FE56C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3695700"/>
            <a:ext cx="802481" cy="338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uuid</a:t>
            </a:r>
          </a:p>
        </p:txBody>
      </p:sp>
      <p:sp>
        <p:nvSpPr>
          <p:cNvPr id="66" name="entity-conversations-tag-1">
            <a:extLst xmlns:a="http://schemas.openxmlformats.org/drawingml/2006/main">
              <a:ext uri="{FF2B5EF4-FFF2-40B4-BE49-F238E27FC236}">
                <a16:creationId xmlns:a16="http://schemas.microsoft.com/office/drawing/2014/main" id="{DA02C6A1-68C7-4CC7-9F50-27A6F626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43363"/>
            <a:ext cx="361950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rPr>
              <a:t>FK*</a:t>
            </a:r>
          </a:p>
        </p:txBody>
      </p:sp>
      <p:sp>
        <p:nvSpPr>
          <p:cNvPr id="67" name="entity-conversations-field-1">
            <a:extLst xmlns:a="http://schemas.openxmlformats.org/drawingml/2006/main">
              <a:ext uri="{FF2B5EF4-FFF2-40B4-BE49-F238E27FC236}">
                <a16:creationId xmlns:a16="http://schemas.microsoft.com/office/drawing/2014/main" id="{CFB1F5FC-2FA8-46AB-8B82-72A6368B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33838"/>
            <a:ext cx="1423988" cy="338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user_id</a:t>
            </a:r>
          </a:p>
        </p:txBody>
      </p:sp>
      <p:sp>
        <p:nvSpPr>
          <p:cNvPr id="68" name="entity-conversations-type-1">
            <a:extLst xmlns:a="http://schemas.openxmlformats.org/drawingml/2006/main">
              <a:ext uri="{FF2B5EF4-FFF2-40B4-BE49-F238E27FC236}">
                <a16:creationId xmlns:a16="http://schemas.microsoft.com/office/drawing/2014/main" id="{4C7150E0-2865-4E9E-B068-82721C7B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4033838"/>
            <a:ext cx="802481" cy="338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bigint</a:t>
            </a:r>
          </a:p>
        </p:txBody>
      </p:sp>
      <p:sp>
        <p:nvSpPr>
          <p:cNvPr id="69" name="entity-conversations-tag-2">
            <a:extLst xmlns:a="http://schemas.openxmlformats.org/drawingml/2006/main">
              <a:ext uri="{FF2B5EF4-FFF2-40B4-BE49-F238E27FC236}">
                <a16:creationId xmlns:a16="http://schemas.microsoft.com/office/drawing/2014/main" id="{407E4B8B-E2A1-40E9-B28A-3ADA189C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81500"/>
            <a:ext cx="361950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rPr>
              <a:t>FK*</a:t>
            </a:r>
          </a:p>
        </p:txBody>
      </p:sp>
      <p:sp>
        <p:nvSpPr>
          <p:cNvPr id="70" name="entity-conversations-field-2">
            <a:extLst xmlns:a="http://schemas.openxmlformats.org/drawingml/2006/main">
              <a:ext uri="{FF2B5EF4-FFF2-40B4-BE49-F238E27FC236}">
                <a16:creationId xmlns:a16="http://schemas.microsoft.com/office/drawing/2014/main" id="{7324B314-437F-4DB2-A69C-20BA4C27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71975"/>
            <a:ext cx="1423988" cy="338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knowledge_base_id</a:t>
            </a:r>
          </a:p>
        </p:txBody>
      </p:sp>
      <p:sp>
        <p:nvSpPr>
          <p:cNvPr id="71" name="entity-conversations-type-2">
            <a:extLst xmlns:a="http://schemas.openxmlformats.org/drawingml/2006/main">
              <a:ext uri="{FF2B5EF4-FFF2-40B4-BE49-F238E27FC236}">
                <a16:creationId xmlns:a16="http://schemas.microsoft.com/office/drawing/2014/main" id="{C67A0145-421A-4727-9FFF-9857F9F8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4371975"/>
            <a:ext cx="802481" cy="338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uuid</a:t>
            </a:r>
          </a:p>
        </p:txBody>
      </p:sp>
      <p:sp>
        <p:nvSpPr>
          <p:cNvPr id="72" name="entity-conversations-field-3">
            <a:extLst xmlns:a="http://schemas.openxmlformats.org/drawingml/2006/main">
              <a:ext uri="{FF2B5EF4-FFF2-40B4-BE49-F238E27FC236}">
                <a16:creationId xmlns:a16="http://schemas.microsoft.com/office/drawing/2014/main" id="{A617A2B8-913B-4CE4-92C5-955A56E5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10113"/>
            <a:ext cx="1423988" cy="338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title</a:t>
            </a:r>
          </a:p>
        </p:txBody>
      </p:sp>
      <p:sp>
        <p:nvSpPr>
          <p:cNvPr id="73" name="entity-conversations-type-3">
            <a:extLst xmlns:a="http://schemas.openxmlformats.org/drawingml/2006/main">
              <a:ext uri="{FF2B5EF4-FFF2-40B4-BE49-F238E27FC236}">
                <a16:creationId xmlns:a16="http://schemas.microsoft.com/office/drawing/2014/main" id="{2436BD83-15CF-4CB2-8C20-66ACE14E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4710113"/>
            <a:ext cx="802481" cy="338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text</a:t>
            </a:r>
          </a:p>
        </p:txBody>
      </p:sp>
      <p:sp>
        <p:nvSpPr>
          <p:cNvPr id="74" name="entity-conversations-field-4">
            <a:extLst xmlns:a="http://schemas.openxmlformats.org/drawingml/2006/main">
              <a:ext uri="{FF2B5EF4-FFF2-40B4-BE49-F238E27FC236}">
                <a16:creationId xmlns:a16="http://schemas.microsoft.com/office/drawing/2014/main" id="{A0B8CAC4-7514-49D0-9662-D0820961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48250"/>
            <a:ext cx="1423988" cy="338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created_at / updated_at</a:t>
            </a:r>
          </a:p>
        </p:txBody>
      </p:sp>
      <p:sp>
        <p:nvSpPr>
          <p:cNvPr id="75" name="entity-conversations-type-4">
            <a:extLst xmlns:a="http://schemas.openxmlformats.org/drawingml/2006/main">
              <a:ext uri="{FF2B5EF4-FFF2-40B4-BE49-F238E27FC236}">
                <a16:creationId xmlns:a16="http://schemas.microsoft.com/office/drawing/2014/main" id="{67456349-AA99-477A-8B95-F529F34F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5048250"/>
            <a:ext cx="802481" cy="338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timestamptz</a:t>
            </a:r>
          </a:p>
        </p:txBody>
      </p:sp>
      <p:sp>
        <p:nvSpPr>
          <p:cNvPr id="76" name="entity-conversations-field-5">
            <a:extLst xmlns:a="http://schemas.openxmlformats.org/drawingml/2006/main">
              <a:ext uri="{FF2B5EF4-FFF2-40B4-BE49-F238E27FC236}">
                <a16:creationId xmlns:a16="http://schemas.microsoft.com/office/drawing/2014/main" id="{C1305DE6-B05A-437C-A797-054B2009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86388"/>
            <a:ext cx="1423988" cy="338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deleted_at</a:t>
            </a:r>
          </a:p>
        </p:txBody>
      </p:sp>
      <p:sp>
        <p:nvSpPr>
          <p:cNvPr id="77" name="entity-conversations-type-5">
            <a:extLst xmlns:a="http://schemas.openxmlformats.org/drawingml/2006/main">
              <a:ext uri="{FF2B5EF4-FFF2-40B4-BE49-F238E27FC236}">
                <a16:creationId xmlns:a16="http://schemas.microsoft.com/office/drawing/2014/main" id="{AC970E30-9BDE-4E61-B2CC-56B172A5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5386388"/>
            <a:ext cx="802481" cy="338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timestamptz</a:t>
            </a:r>
          </a:p>
        </p:txBody>
      </p:sp>
      <p:sp>
        <p:nvSpPr>
          <p:cNvPr id="78" name="entity-messages">
            <a:extLst xmlns:a="http://schemas.openxmlformats.org/drawingml/2006/main">
              <a:ext uri="{FF2B5EF4-FFF2-40B4-BE49-F238E27FC236}">
                <a16:creationId xmlns:a16="http://schemas.microsoft.com/office/drawing/2014/main" id="{DA342E93-0D84-404C-A019-75DB9FA0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3375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79" name="entity-messages-accent">
            <a:extLst xmlns:a="http://schemas.openxmlformats.org/drawingml/2006/main">
              <a:ext uri="{FF2B5EF4-FFF2-40B4-BE49-F238E27FC236}">
                <a16:creationId xmlns:a16="http://schemas.microsoft.com/office/drawing/2014/main" id="{1F721032-8C74-46B7-9BDC-B3DFC057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33750"/>
            <a:ext cx="666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entity-messages-title">
            <a:extLst xmlns:a="http://schemas.openxmlformats.org/drawingml/2006/main">
              <a:ext uri="{FF2B5EF4-FFF2-40B4-BE49-F238E27FC236}">
                <a16:creationId xmlns:a16="http://schemas.microsoft.com/office/drawing/2014/main" id="{63C86AF9-8315-42E7-B7CF-97B0B0BC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09950"/>
            <a:ext cx="2743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F6F2E8"/>
                </a:solidFill>
                <a:latin typeface="Menlo"/>
                <a:ea typeface="Menlo"/>
                <a:cs typeface="Menlo"/>
              </a:rPr>
              <a:t>messages</a:t>
            </a:r>
          </a:p>
        </p:txBody>
      </p:sp>
      <p:sp>
        <p:nvSpPr>
          <p:cNvPr id="81" name="entity-messages-subtitle">
            <a:extLst xmlns:a="http://schemas.openxmlformats.org/drawingml/2006/main">
              <a:ext uri="{FF2B5EF4-FFF2-40B4-BE49-F238E27FC236}">
                <a16:creationId xmlns:a16="http://schemas.microsoft.com/office/drawing/2014/main" id="{38023631-1FF0-4628-898E-0547B674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67125"/>
            <a:ext cx="2743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会话消息</a:t>
            </a:r>
          </a:p>
        </p:txBody>
      </p:sp>
      <p:sp>
        <p:nvSpPr>
          <p:cNvPr id="82" name="entity-messages-header-rule">
            <a:extLst xmlns:a="http://schemas.openxmlformats.org/drawingml/2006/main">
              <a:ext uri="{FF2B5EF4-FFF2-40B4-BE49-F238E27FC236}">
                <a16:creationId xmlns:a16="http://schemas.microsoft.com/office/drawing/2014/main" id="{619C038F-FA24-4651-81A1-C8548968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848100"/>
            <a:ext cx="274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entity-messages-tag-0">
            <a:extLst xmlns:a="http://schemas.openxmlformats.org/drawingml/2006/main">
              <a:ext uri="{FF2B5EF4-FFF2-40B4-BE49-F238E27FC236}">
                <a16:creationId xmlns:a16="http://schemas.microsoft.com/office/drawing/2014/main" id="{366231D9-C86D-4E99-93BC-AF835D4C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895725"/>
            <a:ext cx="361950" cy="3105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9D9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79D99B"/>
                </a:solidFill>
                <a:latin typeface="Arial Unicode MS"/>
                <a:ea typeface="Arial Unicode MS"/>
                <a:cs typeface="Arial Unicode MS"/>
              </a:rPr>
              <a:t>PK</a:t>
            </a:r>
          </a:p>
        </p:txBody>
      </p:sp>
      <p:sp>
        <p:nvSpPr>
          <p:cNvPr id="84" name="entity-messages-field-0">
            <a:extLst xmlns:a="http://schemas.openxmlformats.org/drawingml/2006/main">
              <a:ext uri="{FF2B5EF4-FFF2-40B4-BE49-F238E27FC236}">
                <a16:creationId xmlns:a16="http://schemas.microsoft.com/office/drawing/2014/main" id="{966F9B6B-2C9F-4776-A19D-CB49767F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886200"/>
            <a:ext cx="1402080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id</a:t>
            </a:r>
          </a:p>
        </p:txBody>
      </p:sp>
      <p:sp>
        <p:nvSpPr>
          <p:cNvPr id="85" name="entity-messages-type-0">
            <a:extLst xmlns:a="http://schemas.openxmlformats.org/drawingml/2006/main">
              <a:ext uri="{FF2B5EF4-FFF2-40B4-BE49-F238E27FC236}">
                <a16:creationId xmlns:a16="http://schemas.microsoft.com/office/drawing/2014/main" id="{355F3BF7-936E-49E1-B6CF-000322B3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886200"/>
            <a:ext cx="788670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bigserial</a:t>
            </a:r>
          </a:p>
        </p:txBody>
      </p:sp>
      <p:sp>
        <p:nvSpPr>
          <p:cNvPr id="86" name="entity-messages-tag-1">
            <a:extLst xmlns:a="http://schemas.openxmlformats.org/drawingml/2006/main">
              <a:ext uri="{FF2B5EF4-FFF2-40B4-BE49-F238E27FC236}">
                <a16:creationId xmlns:a16="http://schemas.microsoft.com/office/drawing/2014/main" id="{A12967DD-2157-4E7F-8149-BFC23CDA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225290"/>
            <a:ext cx="361950" cy="3105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rPr>
              <a:t>FK*</a:t>
            </a:r>
          </a:p>
        </p:txBody>
      </p:sp>
      <p:sp>
        <p:nvSpPr>
          <p:cNvPr id="87" name="entity-messages-field-1">
            <a:extLst xmlns:a="http://schemas.openxmlformats.org/drawingml/2006/main">
              <a:ext uri="{FF2B5EF4-FFF2-40B4-BE49-F238E27FC236}">
                <a16:creationId xmlns:a16="http://schemas.microsoft.com/office/drawing/2014/main" id="{B5B6EAC4-9B5C-43DA-8962-90C4975B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215765"/>
            <a:ext cx="1402080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conversation_id</a:t>
            </a:r>
          </a:p>
        </p:txBody>
      </p:sp>
      <p:sp>
        <p:nvSpPr>
          <p:cNvPr id="88" name="entity-messages-type-1">
            <a:extLst xmlns:a="http://schemas.openxmlformats.org/drawingml/2006/main">
              <a:ext uri="{FF2B5EF4-FFF2-40B4-BE49-F238E27FC236}">
                <a16:creationId xmlns:a16="http://schemas.microsoft.com/office/drawing/2014/main" id="{5884CFC5-4006-48B0-B395-32324B6E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215765"/>
            <a:ext cx="788670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uuid</a:t>
            </a:r>
          </a:p>
        </p:txBody>
      </p:sp>
      <p:sp>
        <p:nvSpPr>
          <p:cNvPr id="89" name="entity-messages-field-2">
            <a:extLst xmlns:a="http://schemas.openxmlformats.org/drawingml/2006/main">
              <a:ext uri="{FF2B5EF4-FFF2-40B4-BE49-F238E27FC236}">
                <a16:creationId xmlns:a16="http://schemas.microsoft.com/office/drawing/2014/main" id="{DE248EF9-C202-4E5A-96FA-A714305C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45330"/>
            <a:ext cx="1402080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role</a:t>
            </a:r>
          </a:p>
        </p:txBody>
      </p:sp>
      <p:sp>
        <p:nvSpPr>
          <p:cNvPr id="90" name="entity-messages-type-2">
            <a:extLst xmlns:a="http://schemas.openxmlformats.org/drawingml/2006/main">
              <a:ext uri="{FF2B5EF4-FFF2-40B4-BE49-F238E27FC236}">
                <a16:creationId xmlns:a16="http://schemas.microsoft.com/office/drawing/2014/main" id="{1E72075D-7249-4DDD-9635-45459339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545330"/>
            <a:ext cx="788670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text</a:t>
            </a:r>
          </a:p>
        </p:txBody>
      </p:sp>
      <p:sp>
        <p:nvSpPr>
          <p:cNvPr id="91" name="entity-messages-field-3">
            <a:extLst xmlns:a="http://schemas.openxmlformats.org/drawingml/2006/main">
              <a:ext uri="{FF2B5EF4-FFF2-40B4-BE49-F238E27FC236}">
                <a16:creationId xmlns:a16="http://schemas.microsoft.com/office/drawing/2014/main" id="{BC3968E1-568B-48E3-A246-85449008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874895"/>
            <a:ext cx="1402080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content</a:t>
            </a:r>
          </a:p>
        </p:txBody>
      </p:sp>
      <p:sp>
        <p:nvSpPr>
          <p:cNvPr id="92" name="entity-messages-type-3">
            <a:extLst xmlns:a="http://schemas.openxmlformats.org/drawingml/2006/main">
              <a:ext uri="{FF2B5EF4-FFF2-40B4-BE49-F238E27FC236}">
                <a16:creationId xmlns:a16="http://schemas.microsoft.com/office/drawing/2014/main" id="{D0AE2D4C-2741-49F5-9A61-05BFFF72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874895"/>
            <a:ext cx="788670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text</a:t>
            </a:r>
          </a:p>
        </p:txBody>
      </p:sp>
      <p:sp>
        <p:nvSpPr>
          <p:cNvPr id="93" name="entity-messages-field-4">
            <a:extLst xmlns:a="http://schemas.openxmlformats.org/drawingml/2006/main">
              <a:ext uri="{FF2B5EF4-FFF2-40B4-BE49-F238E27FC236}">
                <a16:creationId xmlns:a16="http://schemas.microsoft.com/office/drawing/2014/main" id="{2DC977DB-B225-442A-83E3-62F60EAB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204460"/>
            <a:ext cx="1402080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created_at</a:t>
            </a:r>
          </a:p>
        </p:txBody>
      </p:sp>
      <p:sp>
        <p:nvSpPr>
          <p:cNvPr id="94" name="entity-messages-type-4">
            <a:extLst xmlns:a="http://schemas.openxmlformats.org/drawingml/2006/main">
              <a:ext uri="{FF2B5EF4-FFF2-40B4-BE49-F238E27FC236}">
                <a16:creationId xmlns:a16="http://schemas.microsoft.com/office/drawing/2014/main" id="{955EC3E6-2092-48BD-A4C1-F6E6E46C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5204460"/>
            <a:ext cx="788670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timestamptz</a:t>
            </a:r>
          </a:p>
        </p:txBody>
      </p:sp>
      <p:sp>
        <p:nvSpPr>
          <p:cNvPr id="95" name="chat-base-conversation-visible-h">
            <a:extLst xmlns:a="http://schemas.openxmlformats.org/drawingml/2006/main">
              <a:ext uri="{FF2B5EF4-FFF2-40B4-BE49-F238E27FC236}">
                <a16:creationId xmlns:a16="http://schemas.microsoft.com/office/drawing/2014/main" id="{644B4B0E-6C2A-404C-A7AB-C78C1526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91038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96" name="chat-base-conversation"/>
          <p:cNvCxnSpPr>
            <a:stCxn xmlns:a="http://schemas.openxmlformats.org/drawingml/2006/main" id="39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3733800" y="4500563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B860"/>
            </a:solidFill>
            <a:prstDash val="solid"/>
          </a:ln>
        </p:spPr>
      </p:cxnSp>
      <p:sp>
        <p:nvSpPr>
          <p:cNvPr id="97" name="chat-base-conversation-label">
            <a:extLst xmlns:a="http://schemas.openxmlformats.org/drawingml/2006/main">
              <a:ext uri="{FF2B5EF4-FFF2-40B4-BE49-F238E27FC236}">
                <a16:creationId xmlns:a16="http://schemas.microsoft.com/office/drawing/2014/main" id="{8B1DC9E6-4E7B-4042-9635-CEFD92B0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7195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rPr>
              <a:t>1 : N</a:t>
            </a:r>
          </a:p>
        </p:txBody>
      </p:sp>
      <p:sp>
        <p:nvSpPr>
          <p:cNvPr id="98" name="chat-conversation-message-visible-h">
            <a:extLst xmlns:a="http://schemas.openxmlformats.org/drawingml/2006/main">
              <a:ext uri="{FF2B5EF4-FFF2-40B4-BE49-F238E27FC236}">
                <a16:creationId xmlns:a16="http://schemas.microsoft.com/office/drawing/2014/main" id="{85326F93-0637-4494-9E0B-E8F7C260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91038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99" name="chat-conversation-message"/>
          <p:cNvCxnSpPr>
            <a:stCxn xmlns:a="http://schemas.openxmlformats.org/drawingml/2006/main" id="58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7667625" y="45005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9D99B"/>
            </a:solidFill>
            <a:prstDash val="solid"/>
          </a:ln>
        </p:spPr>
      </p:cxnSp>
      <p:sp>
        <p:nvSpPr>
          <p:cNvPr id="100" name="chat-conversation-message-label">
            <a:extLst xmlns:a="http://schemas.openxmlformats.org/drawingml/2006/main">
              <a:ext uri="{FF2B5EF4-FFF2-40B4-BE49-F238E27FC236}">
                <a16:creationId xmlns:a16="http://schemas.microsoft.com/office/drawing/2014/main" id="{2A1BA8FA-DAEE-4BA6-BCDC-D7C62264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7195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9D9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79D99B"/>
                </a:solidFill>
                <a:latin typeface="Arial Unicode MS"/>
                <a:ea typeface="Arial Unicode MS"/>
                <a:cs typeface="Arial Unicode MS"/>
              </a:rPr>
              <a:t>1 : N</a:t>
            </a:r>
          </a:p>
        </p:txBody>
      </p:sp>
      <p:sp>
        <p:nvSpPr>
          <p:cNvPr id="101" name="kb-required-background">
            <a:extLst xmlns:a="http://schemas.openxmlformats.org/drawingml/2006/main">
              <a:ext uri="{FF2B5EF4-FFF2-40B4-BE49-F238E27FC236}">
                <a16:creationId xmlns:a16="http://schemas.microsoft.com/office/drawing/2014/main" id="{33190219-612B-4336-AFD3-FAC0DCD5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53125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kb-required-label">
            <a:extLst xmlns:a="http://schemas.openxmlformats.org/drawingml/2006/main">
              <a:ext uri="{FF2B5EF4-FFF2-40B4-BE49-F238E27FC236}">
                <a16:creationId xmlns:a16="http://schemas.microsoft.com/office/drawing/2014/main" id="{DFF7447B-82BE-4E76-877A-56576ECD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981700"/>
            <a:ext cx="21812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rPr>
              <a:t>knowledge_base_id NOT NULL</a:t>
            </a:r>
          </a:p>
        </p:txBody>
      </p:sp>
      <p:sp>
        <p:nvSpPr>
          <p:cNvPr id="103" name="retrieval-boundary-background">
            <a:extLst xmlns:a="http://schemas.openxmlformats.org/drawingml/2006/main">
              <a:ext uri="{FF2B5EF4-FFF2-40B4-BE49-F238E27FC236}">
                <a16:creationId xmlns:a16="http://schemas.microsoft.com/office/drawing/2014/main" id="{E056C0AE-BAF2-4337-A2EA-4EB0FC14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544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104" name="retrieval-boundary-accent">
            <a:extLst xmlns:a="http://schemas.openxmlformats.org/drawingml/2006/main">
              <a:ext uri="{FF2B5EF4-FFF2-40B4-BE49-F238E27FC236}">
                <a16:creationId xmlns:a16="http://schemas.microsoft.com/office/drawing/2014/main" id="{091FDAE7-821E-4044-B604-4D60E903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retrieval-boundary-title">
            <a:extLst xmlns:a="http://schemas.openxmlformats.org/drawingml/2006/main">
              <a:ext uri="{FF2B5EF4-FFF2-40B4-BE49-F238E27FC236}">
                <a16:creationId xmlns:a16="http://schemas.microsoft.com/office/drawing/2014/main" id="{F38B0D8B-2B4E-4708-94B8-4B6B7960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24550"/>
            <a:ext cx="2724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rPr>
              <a:t>检索边界</a:t>
            </a:r>
          </a:p>
        </p:txBody>
      </p:sp>
      <p:sp>
        <p:nvSpPr>
          <p:cNvPr id="106" name="retrieval-boundary-body">
            <a:extLst xmlns:a="http://schemas.openxmlformats.org/drawingml/2006/main">
              <a:ext uri="{FF2B5EF4-FFF2-40B4-BE49-F238E27FC236}">
                <a16:creationId xmlns:a16="http://schemas.microsoft.com/office/drawing/2014/main" id="{9BCBBB3D-55C5-489D-A5C8-56686DF4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24575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向量检索实现位于 PostgreSQL 六表之外。</a:t>
            </a:r>
          </a:p>
        </p:txBody>
      </p:sp>
    </p:spTree>
    <p:extLst>
      <p:ext uri="{BB962C8B-B14F-4D97-AF65-F5344CB8AC3E}">
        <p14:creationId xmlns:p14="http://schemas.microsoft.com/office/powerpoint/2010/main" val="14928975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2F51965D-F361-4B46-A3E7-89F4EC64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C851027D-7082-41E8-B047-163BE589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B7967731-DDD0-4A29-A61E-D1DD01C7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4324B176-6BE3-4C59-9348-814269F6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rPr>
              <a:t>知识库与文件 · 多对多</a:t>
            </a:r>
          </a:p>
        </p:txBody>
      </p:sp>
      <p:sp>
        <p:nvSpPr>
          <p:cNvPr id="5" name="claim-title-4">
            <a:extLst xmlns:a="http://schemas.openxmlformats.org/drawingml/2006/main">
              <a:ext uri="{FF2B5EF4-FFF2-40B4-BE49-F238E27FC236}">
                <a16:creationId xmlns:a16="http://schemas.microsoft.com/office/drawing/2014/main" id="{58B2EC22-32B2-4AB6-B721-90F39F87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096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rPr>
              <a:t>中间表把知识库与文件解耦为可复用的多对多关系</a:t>
            </a:r>
          </a:p>
        </p:txBody>
      </p:sp>
      <p:sp>
        <p:nvSpPr>
          <p:cNvPr id="6" name="support-4">
            <a:extLst xmlns:a="http://schemas.openxmlformats.org/drawingml/2006/main">
              <a:ext uri="{FF2B5EF4-FFF2-40B4-BE49-F238E27FC236}">
                <a16:creationId xmlns:a16="http://schemas.microsoft.com/office/drawing/2014/main" id="{C5D80736-6A0B-42B3-9792-65EA57AC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95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同一文件可以加入多个知识库；同一知识库也可以组合多个文件，关联本身由复合主键去重。</a:t>
            </a:r>
          </a:p>
        </p:txBody>
      </p:sp>
      <p:sp>
        <p:nvSpPr>
          <p:cNvPr id="7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CEA47DC4-7168-468B-935B-71875013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-note-4">
            <a:extLst xmlns:a="http://schemas.openxmlformats.org/drawingml/2006/main">
              <a:ext uri="{FF2B5EF4-FFF2-40B4-BE49-F238E27FC236}">
                <a16:creationId xmlns:a16="http://schemas.microsoft.com/office/drawing/2014/main" id="{6252A13A-8F8A-4F3E-8DC3-DB2AD469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注：原 DDL 未声明 FOREIGN KEY；图中 FK* 与关系线依据字段命名和类型语义推导。</a:t>
            </a:r>
          </a:p>
        </p:txBody>
      </p:sp>
      <p:sp>
        <p:nvSpPr>
          <p:cNvPr id="9" name="page-4">
            <a:extLst xmlns:a="http://schemas.openxmlformats.org/drawingml/2006/main">
              <a:ext uri="{FF2B5EF4-FFF2-40B4-BE49-F238E27FC236}">
                <a16:creationId xmlns:a16="http://schemas.microsoft.com/office/drawing/2014/main" id="{5AB15F32-1C9B-4A42-9D36-CBE1CB35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0" name="ownership-rule-background">
            <a:extLst xmlns:a="http://schemas.openxmlformats.org/drawingml/2006/main">
              <a:ext uri="{FF2B5EF4-FFF2-40B4-BE49-F238E27FC236}">
                <a16:creationId xmlns:a16="http://schemas.microsoft.com/office/drawing/2014/main" id="{77738420-7AF5-48CA-8B89-81FA9ACE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811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7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ownership-rule-label">
            <a:extLst xmlns:a="http://schemas.openxmlformats.org/drawingml/2006/main">
              <a:ext uri="{FF2B5EF4-FFF2-40B4-BE49-F238E27FC236}">
                <a16:creationId xmlns:a16="http://schemas.microsoft.com/office/drawing/2014/main" id="{E686FC6C-BFD6-4310-9701-47C663EE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09725"/>
            <a:ext cx="3467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rPr>
              <a:t>users.id 同时拥有知识库与文件，应用层应校验两侧 user_id 一致</a:t>
            </a:r>
          </a:p>
        </p:txBody>
      </p:sp>
      <p:sp>
        <p:nvSpPr>
          <p:cNvPr id="12" name="entity-knowledge_bases">
            <a:extLst xmlns:a="http://schemas.openxmlformats.org/drawingml/2006/main">
              <a:ext uri="{FF2B5EF4-FFF2-40B4-BE49-F238E27FC236}">
                <a16:creationId xmlns:a16="http://schemas.microsoft.com/office/drawing/2014/main" id="{44E59FE8-68C8-41E9-BE4D-62F431F5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13" name="entity-knowledge_bases-accent">
            <a:extLst xmlns:a="http://schemas.openxmlformats.org/drawingml/2006/main">
              <a:ext uri="{FF2B5EF4-FFF2-40B4-BE49-F238E27FC236}">
                <a16:creationId xmlns:a16="http://schemas.microsoft.com/office/drawing/2014/main" id="{56E68C0D-2082-4526-AF5C-D86AECE4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entity-knowledge_bases-title">
            <a:extLst xmlns:a="http://schemas.openxmlformats.org/drawingml/2006/main">
              <a:ext uri="{FF2B5EF4-FFF2-40B4-BE49-F238E27FC236}">
                <a16:creationId xmlns:a16="http://schemas.microsoft.com/office/drawing/2014/main" id="{CE7AB7C6-606B-4F7B-8D32-1959F96B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9825"/>
            <a:ext cx="2838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F6F2E8"/>
                </a:solidFill>
                <a:latin typeface="Menlo"/>
                <a:ea typeface="Menlo"/>
                <a:cs typeface="Menlo"/>
              </a:rPr>
              <a:t>knowledge_bases</a:t>
            </a:r>
          </a:p>
        </p:txBody>
      </p:sp>
      <p:sp>
        <p:nvSpPr>
          <p:cNvPr id="15" name="entity-knowledge_bases-subtitle">
            <a:extLst xmlns:a="http://schemas.openxmlformats.org/drawingml/2006/main">
              <a:ext uri="{FF2B5EF4-FFF2-40B4-BE49-F238E27FC236}">
                <a16:creationId xmlns:a16="http://schemas.microsoft.com/office/drawing/2014/main" id="{8205080D-124C-4C1D-B111-73E5B174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2838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知识库</a:t>
            </a:r>
          </a:p>
        </p:txBody>
      </p:sp>
      <p:sp>
        <p:nvSpPr>
          <p:cNvPr id="16" name="entity-knowledge_bases-header-rule">
            <a:extLst xmlns:a="http://schemas.openxmlformats.org/drawingml/2006/main">
              <a:ext uri="{FF2B5EF4-FFF2-40B4-BE49-F238E27FC236}">
                <a16:creationId xmlns:a16="http://schemas.microsoft.com/office/drawing/2014/main" id="{F21EB220-D9AC-44B4-A990-50B6818A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47975"/>
            <a:ext cx="283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entity-knowledge_bases-tag-0">
            <a:extLst xmlns:a="http://schemas.openxmlformats.org/drawingml/2006/main">
              <a:ext uri="{FF2B5EF4-FFF2-40B4-BE49-F238E27FC236}">
                <a16:creationId xmlns:a16="http://schemas.microsoft.com/office/drawing/2014/main" id="{B4AFAFFA-AD26-4BE9-9D6A-D0000809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95600"/>
            <a:ext cx="361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rPr>
              <a:t>PK</a:t>
            </a:r>
          </a:p>
        </p:txBody>
      </p:sp>
      <p:sp>
        <p:nvSpPr>
          <p:cNvPr id="18" name="entity-knowledge_bases-field-0">
            <a:extLst xmlns:a="http://schemas.openxmlformats.org/drawingml/2006/main">
              <a:ext uri="{FF2B5EF4-FFF2-40B4-BE49-F238E27FC236}">
                <a16:creationId xmlns:a16="http://schemas.microsoft.com/office/drawing/2014/main" id="{97EF3BD6-9FAB-4950-A50A-C3A9BC37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86075"/>
            <a:ext cx="14458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id</a:t>
            </a:r>
          </a:p>
        </p:txBody>
      </p:sp>
      <p:sp>
        <p:nvSpPr>
          <p:cNvPr id="19" name="entity-knowledge_bases-type-0">
            <a:extLst xmlns:a="http://schemas.openxmlformats.org/drawingml/2006/main">
              <a:ext uri="{FF2B5EF4-FFF2-40B4-BE49-F238E27FC236}">
                <a16:creationId xmlns:a16="http://schemas.microsoft.com/office/drawing/2014/main" id="{42E8C203-BE53-4B38-98EA-B43ABFE1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86075"/>
            <a:ext cx="816292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uuid</a:t>
            </a:r>
          </a:p>
        </p:txBody>
      </p:sp>
      <p:sp>
        <p:nvSpPr>
          <p:cNvPr id="20" name="entity-knowledge_bases-tag-1">
            <a:extLst xmlns:a="http://schemas.openxmlformats.org/drawingml/2006/main">
              <a:ext uri="{FF2B5EF4-FFF2-40B4-BE49-F238E27FC236}">
                <a16:creationId xmlns:a16="http://schemas.microsoft.com/office/drawing/2014/main" id="{71A1F9DB-C75D-4D4E-8132-C5DD9427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57550"/>
            <a:ext cx="361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rPr>
              <a:t>FK*</a:t>
            </a:r>
          </a:p>
        </p:txBody>
      </p:sp>
      <p:sp>
        <p:nvSpPr>
          <p:cNvPr id="21" name="entity-knowledge_bases-field-1">
            <a:extLst xmlns:a="http://schemas.openxmlformats.org/drawingml/2006/main">
              <a:ext uri="{FF2B5EF4-FFF2-40B4-BE49-F238E27FC236}">
                <a16:creationId xmlns:a16="http://schemas.microsoft.com/office/drawing/2014/main" id="{CB591D99-450C-4DCE-A121-2C974737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48025"/>
            <a:ext cx="14458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user_id</a:t>
            </a:r>
          </a:p>
        </p:txBody>
      </p:sp>
      <p:sp>
        <p:nvSpPr>
          <p:cNvPr id="22" name="entity-knowledge_bases-type-1">
            <a:extLst xmlns:a="http://schemas.openxmlformats.org/drawingml/2006/main">
              <a:ext uri="{FF2B5EF4-FFF2-40B4-BE49-F238E27FC236}">
                <a16:creationId xmlns:a16="http://schemas.microsoft.com/office/drawing/2014/main" id="{0943F82B-A8B6-490A-BDF4-56DBF8FA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48025"/>
            <a:ext cx="816292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bigint</a:t>
            </a:r>
          </a:p>
        </p:txBody>
      </p:sp>
      <p:sp>
        <p:nvSpPr>
          <p:cNvPr id="23" name="entity-knowledge_bases-field-2">
            <a:extLst xmlns:a="http://schemas.openxmlformats.org/drawingml/2006/main">
              <a:ext uri="{FF2B5EF4-FFF2-40B4-BE49-F238E27FC236}">
                <a16:creationId xmlns:a16="http://schemas.microsoft.com/office/drawing/2014/main" id="{6A6A888E-D57F-4611-A1A1-7871903E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09975"/>
            <a:ext cx="14458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name</a:t>
            </a:r>
          </a:p>
        </p:txBody>
      </p:sp>
      <p:sp>
        <p:nvSpPr>
          <p:cNvPr id="24" name="entity-knowledge_bases-type-2">
            <a:extLst xmlns:a="http://schemas.openxmlformats.org/drawingml/2006/main">
              <a:ext uri="{FF2B5EF4-FFF2-40B4-BE49-F238E27FC236}">
                <a16:creationId xmlns:a16="http://schemas.microsoft.com/office/drawing/2014/main" id="{F8D81C66-C8FD-44C0-A217-4DABE437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09975"/>
            <a:ext cx="816292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text</a:t>
            </a:r>
          </a:p>
        </p:txBody>
      </p:sp>
      <p:sp>
        <p:nvSpPr>
          <p:cNvPr id="25" name="entity-knowledge_bases-field-3">
            <a:extLst xmlns:a="http://schemas.openxmlformats.org/drawingml/2006/main">
              <a:ext uri="{FF2B5EF4-FFF2-40B4-BE49-F238E27FC236}">
                <a16:creationId xmlns:a16="http://schemas.microsoft.com/office/drawing/2014/main" id="{68EBD035-74E3-4A23-8089-A6BC2F41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71925"/>
            <a:ext cx="14458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is_default</a:t>
            </a:r>
          </a:p>
        </p:txBody>
      </p:sp>
      <p:sp>
        <p:nvSpPr>
          <p:cNvPr id="26" name="entity-knowledge_bases-type-3">
            <a:extLst xmlns:a="http://schemas.openxmlformats.org/drawingml/2006/main">
              <a:ext uri="{FF2B5EF4-FFF2-40B4-BE49-F238E27FC236}">
                <a16:creationId xmlns:a16="http://schemas.microsoft.com/office/drawing/2014/main" id="{72E91867-7D31-486C-81A3-BD443BF8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71925"/>
            <a:ext cx="816292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boolean</a:t>
            </a:r>
          </a:p>
        </p:txBody>
      </p:sp>
      <p:sp>
        <p:nvSpPr>
          <p:cNvPr id="27" name="entity-knowledge_bases-field-4">
            <a:extLst xmlns:a="http://schemas.openxmlformats.org/drawingml/2006/main">
              <a:ext uri="{FF2B5EF4-FFF2-40B4-BE49-F238E27FC236}">
                <a16:creationId xmlns:a16="http://schemas.microsoft.com/office/drawing/2014/main" id="{576DB8BC-7C2D-4959-9AA3-06696FD9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33875"/>
            <a:ext cx="14458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created_at / updated_at</a:t>
            </a:r>
          </a:p>
        </p:txBody>
      </p:sp>
      <p:sp>
        <p:nvSpPr>
          <p:cNvPr id="28" name="entity-knowledge_bases-type-4">
            <a:extLst xmlns:a="http://schemas.openxmlformats.org/drawingml/2006/main">
              <a:ext uri="{FF2B5EF4-FFF2-40B4-BE49-F238E27FC236}">
                <a16:creationId xmlns:a16="http://schemas.microsoft.com/office/drawing/2014/main" id="{6774085F-9A96-427D-AEE4-CE5378EF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33875"/>
            <a:ext cx="816292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timestamptz</a:t>
            </a:r>
          </a:p>
        </p:txBody>
      </p:sp>
      <p:sp>
        <p:nvSpPr>
          <p:cNvPr id="29" name="entity-knowledge_bases-field-5">
            <a:extLst xmlns:a="http://schemas.openxmlformats.org/drawingml/2006/main">
              <a:ext uri="{FF2B5EF4-FFF2-40B4-BE49-F238E27FC236}">
                <a16:creationId xmlns:a16="http://schemas.microsoft.com/office/drawing/2014/main" id="{9CC9204B-D556-48E2-8DA9-9DC07D82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95825"/>
            <a:ext cx="14458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deleted_at</a:t>
            </a:r>
          </a:p>
        </p:txBody>
      </p:sp>
      <p:sp>
        <p:nvSpPr>
          <p:cNvPr id="30" name="entity-knowledge_bases-type-5">
            <a:extLst xmlns:a="http://schemas.openxmlformats.org/drawingml/2006/main">
              <a:ext uri="{FF2B5EF4-FFF2-40B4-BE49-F238E27FC236}">
                <a16:creationId xmlns:a16="http://schemas.microsoft.com/office/drawing/2014/main" id="{A3E2D831-7811-46BC-9961-40AE1BBB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95825"/>
            <a:ext cx="816292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timestamptz</a:t>
            </a:r>
          </a:p>
        </p:txBody>
      </p:sp>
      <p:sp>
        <p:nvSpPr>
          <p:cNvPr id="31" name="entity-knowledge_base_files">
            <a:extLst xmlns:a="http://schemas.openxmlformats.org/drawingml/2006/main">
              <a:ext uri="{FF2B5EF4-FFF2-40B4-BE49-F238E27FC236}">
                <a16:creationId xmlns:a16="http://schemas.microsoft.com/office/drawing/2014/main" id="{9867ECC5-6300-486B-AC4E-5BFC281B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05125"/>
            <a:ext cx="323850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32" name="entity-knowledge_base_files-accent">
            <a:extLst xmlns:a="http://schemas.openxmlformats.org/drawingml/2006/main">
              <a:ext uri="{FF2B5EF4-FFF2-40B4-BE49-F238E27FC236}">
                <a16:creationId xmlns:a16="http://schemas.microsoft.com/office/drawing/2014/main" id="{891FA210-F7BC-40DC-A381-8AA5B294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05125"/>
            <a:ext cx="6667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entity-knowledge_base_files-title">
            <a:extLst xmlns:a="http://schemas.openxmlformats.org/drawingml/2006/main">
              <a:ext uri="{FF2B5EF4-FFF2-40B4-BE49-F238E27FC236}">
                <a16:creationId xmlns:a16="http://schemas.microsoft.com/office/drawing/2014/main" id="{574B1D97-670E-476F-AB36-00A4F3A5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81325"/>
            <a:ext cx="2933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F6F2E8"/>
                </a:solidFill>
                <a:latin typeface="Menlo"/>
                <a:ea typeface="Menlo"/>
                <a:cs typeface="Menlo"/>
              </a:rPr>
              <a:t>knowledge_base_files</a:t>
            </a:r>
          </a:p>
        </p:txBody>
      </p:sp>
      <p:sp>
        <p:nvSpPr>
          <p:cNvPr id="34" name="entity-knowledge_base_files-subtitle">
            <a:extLst xmlns:a="http://schemas.openxmlformats.org/drawingml/2006/main">
              <a:ext uri="{FF2B5EF4-FFF2-40B4-BE49-F238E27FC236}">
                <a16:creationId xmlns:a16="http://schemas.microsoft.com/office/drawing/2014/main" id="{A3C06EB3-D5F4-4F37-B80F-0DA3168C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38500"/>
            <a:ext cx="2933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知识库-文件关联</a:t>
            </a:r>
          </a:p>
        </p:txBody>
      </p:sp>
      <p:sp>
        <p:nvSpPr>
          <p:cNvPr id="35" name="entity-knowledge_base_files-header-rule">
            <a:extLst xmlns:a="http://schemas.openxmlformats.org/drawingml/2006/main">
              <a:ext uri="{FF2B5EF4-FFF2-40B4-BE49-F238E27FC236}">
                <a16:creationId xmlns:a16="http://schemas.microsoft.com/office/drawing/2014/main" id="{5F793971-CE41-40B7-B70F-B24E9345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19475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entity-knowledge_base_files-tag-0">
            <a:extLst xmlns:a="http://schemas.openxmlformats.org/drawingml/2006/main">
              <a:ext uri="{FF2B5EF4-FFF2-40B4-BE49-F238E27FC236}">
                <a16:creationId xmlns:a16="http://schemas.microsoft.com/office/drawing/2014/main" id="{46D8E156-2FDE-4C82-9C01-99C00AAA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67100"/>
            <a:ext cx="3619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rPr>
              <a:t>PK</a:t>
            </a:r>
          </a:p>
        </p:txBody>
      </p:sp>
      <p:sp>
        <p:nvSpPr>
          <p:cNvPr id="37" name="entity-knowledge_base_files-field-0">
            <a:extLst xmlns:a="http://schemas.openxmlformats.org/drawingml/2006/main">
              <a:ext uri="{FF2B5EF4-FFF2-40B4-BE49-F238E27FC236}">
                <a16:creationId xmlns:a16="http://schemas.microsoft.com/office/drawing/2014/main" id="{5D6577D5-50E3-4B8E-857F-E8933227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57575"/>
            <a:ext cx="148971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knowledge_base_id</a:t>
            </a:r>
          </a:p>
        </p:txBody>
      </p:sp>
      <p:sp>
        <p:nvSpPr>
          <p:cNvPr id="38" name="entity-knowledge_base_files-type-0">
            <a:extLst xmlns:a="http://schemas.openxmlformats.org/drawingml/2006/main">
              <a:ext uri="{FF2B5EF4-FFF2-40B4-BE49-F238E27FC236}">
                <a16:creationId xmlns:a16="http://schemas.microsoft.com/office/drawing/2014/main" id="{78A7C603-E9D1-42C6-97D9-62FC8061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57575"/>
            <a:ext cx="84391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uuid</a:t>
            </a:r>
          </a:p>
        </p:txBody>
      </p:sp>
      <p:sp>
        <p:nvSpPr>
          <p:cNvPr id="39" name="entity-knowledge_base_files-tag-1">
            <a:extLst xmlns:a="http://schemas.openxmlformats.org/drawingml/2006/main">
              <a:ext uri="{FF2B5EF4-FFF2-40B4-BE49-F238E27FC236}">
                <a16:creationId xmlns:a16="http://schemas.microsoft.com/office/drawing/2014/main" id="{7F9027D1-0C63-4B7B-9660-680B3279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57625"/>
            <a:ext cx="3619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rPr>
              <a:t>PK</a:t>
            </a:r>
          </a:p>
        </p:txBody>
      </p:sp>
      <p:sp>
        <p:nvSpPr>
          <p:cNvPr id="40" name="entity-knowledge_base_files-field-1">
            <a:extLst xmlns:a="http://schemas.openxmlformats.org/drawingml/2006/main">
              <a:ext uri="{FF2B5EF4-FFF2-40B4-BE49-F238E27FC236}">
                <a16:creationId xmlns:a16="http://schemas.microsoft.com/office/drawing/2014/main" id="{25078BD7-1A27-43F0-ABFB-E5E1117C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48100"/>
            <a:ext cx="148971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knowledge_file_id</a:t>
            </a:r>
          </a:p>
        </p:txBody>
      </p:sp>
      <p:sp>
        <p:nvSpPr>
          <p:cNvPr id="41" name="entity-knowledge_base_files-type-1">
            <a:extLst xmlns:a="http://schemas.openxmlformats.org/drawingml/2006/main">
              <a:ext uri="{FF2B5EF4-FFF2-40B4-BE49-F238E27FC236}">
                <a16:creationId xmlns:a16="http://schemas.microsoft.com/office/drawing/2014/main" id="{A1527992-0207-42B7-91F8-AE0E0482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48100"/>
            <a:ext cx="84391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uuid</a:t>
            </a:r>
          </a:p>
        </p:txBody>
      </p:sp>
      <p:sp>
        <p:nvSpPr>
          <p:cNvPr id="42" name="entity-knowledge_base_files-field-2">
            <a:extLst xmlns:a="http://schemas.openxmlformats.org/drawingml/2006/main">
              <a:ext uri="{FF2B5EF4-FFF2-40B4-BE49-F238E27FC236}">
                <a16:creationId xmlns:a16="http://schemas.microsoft.com/office/drawing/2014/main" id="{8BB8948A-02AD-431B-93CC-6D70DAAF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38625"/>
            <a:ext cx="148971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created_at</a:t>
            </a:r>
          </a:p>
        </p:txBody>
      </p:sp>
      <p:sp>
        <p:nvSpPr>
          <p:cNvPr id="43" name="entity-knowledge_base_files-type-2">
            <a:extLst xmlns:a="http://schemas.openxmlformats.org/drawingml/2006/main">
              <a:ext uri="{FF2B5EF4-FFF2-40B4-BE49-F238E27FC236}">
                <a16:creationId xmlns:a16="http://schemas.microsoft.com/office/drawing/2014/main" id="{EB64240B-5064-4FF0-8AE8-D6D95889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38625"/>
            <a:ext cx="84391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timestamptz</a:t>
            </a:r>
          </a:p>
        </p:txBody>
      </p:sp>
      <p:sp>
        <p:nvSpPr>
          <p:cNvPr id="44" name="entity-knowledge_files">
            <a:extLst xmlns:a="http://schemas.openxmlformats.org/drawingml/2006/main">
              <a:ext uri="{FF2B5EF4-FFF2-40B4-BE49-F238E27FC236}">
                <a16:creationId xmlns:a16="http://schemas.microsoft.com/office/drawing/2014/main" id="{1E88DB7B-666A-4CF2-92F8-698B1AF1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33625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45" name="entity-knowledge_files-accent">
            <a:extLst xmlns:a="http://schemas.openxmlformats.org/drawingml/2006/main">
              <a:ext uri="{FF2B5EF4-FFF2-40B4-BE49-F238E27FC236}">
                <a16:creationId xmlns:a16="http://schemas.microsoft.com/office/drawing/2014/main" id="{2B0BD74A-03BB-4451-B63E-C9A48A0A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33625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F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entity-knowledge_files-title">
            <a:extLst xmlns:a="http://schemas.openxmlformats.org/drawingml/2006/main">
              <a:ext uri="{FF2B5EF4-FFF2-40B4-BE49-F238E27FC236}">
                <a16:creationId xmlns:a16="http://schemas.microsoft.com/office/drawing/2014/main" id="{02965A7C-9360-4104-891C-8A8483A5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09825"/>
            <a:ext cx="2838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F6F2E8"/>
                </a:solidFill>
                <a:latin typeface="Menlo"/>
                <a:ea typeface="Menlo"/>
                <a:cs typeface="Menlo"/>
              </a:rPr>
              <a:t>knowledge_files</a:t>
            </a:r>
          </a:p>
        </p:txBody>
      </p:sp>
      <p:sp>
        <p:nvSpPr>
          <p:cNvPr id="47" name="entity-knowledge_files-subtitle">
            <a:extLst xmlns:a="http://schemas.openxmlformats.org/drawingml/2006/main">
              <a:ext uri="{FF2B5EF4-FFF2-40B4-BE49-F238E27FC236}">
                <a16:creationId xmlns:a16="http://schemas.microsoft.com/office/drawing/2014/main" id="{11891F7B-7DD4-49D8-8AB4-2BC1A6DA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67000"/>
            <a:ext cx="2838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知识文件</a:t>
            </a:r>
          </a:p>
        </p:txBody>
      </p:sp>
      <p:sp>
        <p:nvSpPr>
          <p:cNvPr id="48" name="entity-knowledge_files-header-rule">
            <a:extLst xmlns:a="http://schemas.openxmlformats.org/drawingml/2006/main">
              <a:ext uri="{FF2B5EF4-FFF2-40B4-BE49-F238E27FC236}">
                <a16:creationId xmlns:a16="http://schemas.microsoft.com/office/drawing/2014/main" id="{C6EA8C3A-B921-4619-A994-5FE64198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47975"/>
            <a:ext cx="283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entity-knowledge_files-tag-0">
            <a:extLst xmlns:a="http://schemas.openxmlformats.org/drawingml/2006/main">
              <a:ext uri="{FF2B5EF4-FFF2-40B4-BE49-F238E27FC236}">
                <a16:creationId xmlns:a16="http://schemas.microsoft.com/office/drawing/2014/main" id="{2BE88822-A6C4-4E9D-990B-F1F43395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95600"/>
            <a:ext cx="361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rPr>
              <a:t>PK</a:t>
            </a:r>
          </a:p>
        </p:txBody>
      </p:sp>
      <p:sp>
        <p:nvSpPr>
          <p:cNvPr id="50" name="entity-knowledge_files-field-0">
            <a:extLst xmlns:a="http://schemas.openxmlformats.org/drawingml/2006/main">
              <a:ext uri="{FF2B5EF4-FFF2-40B4-BE49-F238E27FC236}">
                <a16:creationId xmlns:a16="http://schemas.microsoft.com/office/drawing/2014/main" id="{29F4F78B-5C8C-4F58-93CF-6D58A4A9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86075"/>
            <a:ext cx="14458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id</a:t>
            </a:r>
          </a:p>
        </p:txBody>
      </p:sp>
      <p:sp>
        <p:nvSpPr>
          <p:cNvPr id="51" name="entity-knowledge_files-type-0">
            <a:extLst xmlns:a="http://schemas.openxmlformats.org/drawingml/2006/main">
              <a:ext uri="{FF2B5EF4-FFF2-40B4-BE49-F238E27FC236}">
                <a16:creationId xmlns:a16="http://schemas.microsoft.com/office/drawing/2014/main" id="{1E9B6638-CF8F-4CF6-935A-644AF282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886075"/>
            <a:ext cx="816292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uuid</a:t>
            </a:r>
          </a:p>
        </p:txBody>
      </p:sp>
      <p:sp>
        <p:nvSpPr>
          <p:cNvPr id="52" name="entity-knowledge_files-tag-1">
            <a:extLst xmlns:a="http://schemas.openxmlformats.org/drawingml/2006/main">
              <a:ext uri="{FF2B5EF4-FFF2-40B4-BE49-F238E27FC236}">
                <a16:creationId xmlns:a16="http://schemas.microsoft.com/office/drawing/2014/main" id="{A806826E-98BC-4F26-81BB-2F25DDAC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257550"/>
            <a:ext cx="361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rPr>
              <a:t>FK*</a:t>
            </a:r>
          </a:p>
        </p:txBody>
      </p:sp>
      <p:sp>
        <p:nvSpPr>
          <p:cNvPr id="53" name="entity-knowledge_files-field-1">
            <a:extLst xmlns:a="http://schemas.openxmlformats.org/drawingml/2006/main">
              <a:ext uri="{FF2B5EF4-FFF2-40B4-BE49-F238E27FC236}">
                <a16:creationId xmlns:a16="http://schemas.microsoft.com/office/drawing/2014/main" id="{F7BB6CAF-D9D8-4EE1-992E-E8B25DE3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48025"/>
            <a:ext cx="14458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user_id</a:t>
            </a:r>
          </a:p>
        </p:txBody>
      </p:sp>
      <p:sp>
        <p:nvSpPr>
          <p:cNvPr id="54" name="entity-knowledge_files-type-1">
            <a:extLst xmlns:a="http://schemas.openxmlformats.org/drawingml/2006/main">
              <a:ext uri="{FF2B5EF4-FFF2-40B4-BE49-F238E27FC236}">
                <a16:creationId xmlns:a16="http://schemas.microsoft.com/office/drawing/2014/main" id="{2C1BF1C5-4DBF-4107-89F3-9516CF51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248025"/>
            <a:ext cx="816292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bigint</a:t>
            </a:r>
          </a:p>
        </p:txBody>
      </p:sp>
      <p:sp>
        <p:nvSpPr>
          <p:cNvPr id="55" name="entity-knowledge_files-field-2">
            <a:extLst xmlns:a="http://schemas.openxmlformats.org/drawingml/2006/main">
              <a:ext uri="{FF2B5EF4-FFF2-40B4-BE49-F238E27FC236}">
                <a16:creationId xmlns:a16="http://schemas.microsoft.com/office/drawing/2014/main" id="{6440B69F-8ABD-4178-968C-03BEA2F4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09975"/>
            <a:ext cx="14458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original_name</a:t>
            </a:r>
          </a:p>
        </p:txBody>
      </p:sp>
      <p:sp>
        <p:nvSpPr>
          <p:cNvPr id="56" name="entity-knowledge_files-type-2">
            <a:extLst xmlns:a="http://schemas.openxmlformats.org/drawingml/2006/main">
              <a:ext uri="{FF2B5EF4-FFF2-40B4-BE49-F238E27FC236}">
                <a16:creationId xmlns:a16="http://schemas.microsoft.com/office/drawing/2014/main" id="{24C7DD52-2EFD-4E47-80B4-780FF976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609975"/>
            <a:ext cx="816292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text</a:t>
            </a:r>
          </a:p>
        </p:txBody>
      </p:sp>
      <p:sp>
        <p:nvSpPr>
          <p:cNvPr id="57" name="entity-knowledge_files-field-3">
            <a:extLst xmlns:a="http://schemas.openxmlformats.org/drawingml/2006/main">
              <a:ext uri="{FF2B5EF4-FFF2-40B4-BE49-F238E27FC236}">
                <a16:creationId xmlns:a16="http://schemas.microsoft.com/office/drawing/2014/main" id="{674496C2-97C8-4BDA-A612-738F9F36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971925"/>
            <a:ext cx="14458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storage_path</a:t>
            </a:r>
          </a:p>
        </p:txBody>
      </p:sp>
      <p:sp>
        <p:nvSpPr>
          <p:cNvPr id="58" name="entity-knowledge_files-type-3">
            <a:extLst xmlns:a="http://schemas.openxmlformats.org/drawingml/2006/main">
              <a:ext uri="{FF2B5EF4-FFF2-40B4-BE49-F238E27FC236}">
                <a16:creationId xmlns:a16="http://schemas.microsoft.com/office/drawing/2014/main" id="{B4B51CFF-14C2-43E4-8678-42BCE74C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971925"/>
            <a:ext cx="816292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text</a:t>
            </a:r>
          </a:p>
        </p:txBody>
      </p:sp>
      <p:sp>
        <p:nvSpPr>
          <p:cNvPr id="59" name="entity-knowledge_files-field-4">
            <a:extLst xmlns:a="http://schemas.openxmlformats.org/drawingml/2006/main">
              <a:ext uri="{FF2B5EF4-FFF2-40B4-BE49-F238E27FC236}">
                <a16:creationId xmlns:a16="http://schemas.microsoft.com/office/drawing/2014/main" id="{E9BCDB69-AF15-4520-BFBE-C7B3EDF3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33875"/>
            <a:ext cx="14458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file_hash / status</a:t>
            </a:r>
          </a:p>
        </p:txBody>
      </p:sp>
      <p:sp>
        <p:nvSpPr>
          <p:cNvPr id="60" name="entity-knowledge_files-type-4">
            <a:extLst xmlns:a="http://schemas.openxmlformats.org/drawingml/2006/main">
              <a:ext uri="{FF2B5EF4-FFF2-40B4-BE49-F238E27FC236}">
                <a16:creationId xmlns:a16="http://schemas.microsoft.com/office/drawing/2014/main" id="{0E62B071-6530-4BF7-8438-D1AD3FEC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333875"/>
            <a:ext cx="816292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text</a:t>
            </a:r>
          </a:p>
        </p:txBody>
      </p:sp>
      <p:sp>
        <p:nvSpPr>
          <p:cNvPr id="61" name="entity-knowledge_files-field-5">
            <a:extLst xmlns:a="http://schemas.openxmlformats.org/drawingml/2006/main">
              <a:ext uri="{FF2B5EF4-FFF2-40B4-BE49-F238E27FC236}">
                <a16:creationId xmlns:a16="http://schemas.microsoft.com/office/drawing/2014/main" id="{F0C80E94-7C46-43CA-B149-E88DB4A9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695825"/>
            <a:ext cx="144589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deleted_at</a:t>
            </a:r>
          </a:p>
        </p:txBody>
      </p:sp>
      <p:sp>
        <p:nvSpPr>
          <p:cNvPr id="62" name="entity-knowledge_files-type-5">
            <a:extLst xmlns:a="http://schemas.openxmlformats.org/drawingml/2006/main">
              <a:ext uri="{FF2B5EF4-FFF2-40B4-BE49-F238E27FC236}">
                <a16:creationId xmlns:a16="http://schemas.microsoft.com/office/drawing/2014/main" id="{A88BEFAE-9331-4C04-AC53-2A59B76F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695825"/>
            <a:ext cx="816292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timestamptz</a:t>
            </a:r>
          </a:p>
        </p:txBody>
      </p:sp>
      <p:sp>
        <p:nvSpPr>
          <p:cNvPr id="63" name="base-bridge-visible-h1">
            <a:extLst xmlns:a="http://schemas.openxmlformats.org/drawingml/2006/main">
              <a:ext uri="{FF2B5EF4-FFF2-40B4-BE49-F238E27FC236}">
                <a16:creationId xmlns:a16="http://schemas.microsoft.com/office/drawing/2014/main" id="{49A96ED1-B25A-4CF4-89A1-38B30870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52850"/>
            <a:ext cx="4048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base-bridge-visible-v">
            <a:extLst xmlns:a="http://schemas.openxmlformats.org/drawingml/2006/main">
              <a:ext uri="{FF2B5EF4-FFF2-40B4-BE49-F238E27FC236}">
                <a16:creationId xmlns:a16="http://schemas.microsoft.com/office/drawing/2014/main" id="{4C6BC1AF-F24A-4F72-B898-8ECD8766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413" y="3762375"/>
            <a:ext cx="19050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base-bridge-visible-h2">
            <a:extLst xmlns:a="http://schemas.openxmlformats.org/drawingml/2006/main">
              <a:ext uri="{FF2B5EF4-FFF2-40B4-BE49-F238E27FC236}">
                <a16:creationId xmlns:a16="http://schemas.microsoft.com/office/drawing/2014/main" id="{4488B3A7-283E-4F83-9DBB-9FF248B0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3824288"/>
            <a:ext cx="4048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66" name="base-bridge"/>
          <p:cNvCxnSpPr>
            <a:stCxn xmlns:a="http://schemas.openxmlformats.org/drawingml/2006/main" id="12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3667125" y="3762375"/>
            <a:ext cx="809625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4B860"/>
            </a:solidFill>
            <a:prstDash val="solid"/>
          </a:ln>
        </p:spPr>
      </p:cxnSp>
      <p:sp>
        <p:nvSpPr>
          <p:cNvPr id="67" name="base-bridge-label">
            <a:extLst xmlns:a="http://schemas.openxmlformats.org/drawingml/2006/main">
              <a:ext uri="{FF2B5EF4-FFF2-40B4-BE49-F238E27FC236}">
                <a16:creationId xmlns:a16="http://schemas.microsoft.com/office/drawing/2014/main" id="{F511D7EB-6A66-4041-90AE-92611E68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476625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rPr>
              <a:t>1 : N</a:t>
            </a:r>
          </a:p>
        </p:txBody>
      </p:sp>
      <p:sp>
        <p:nvSpPr>
          <p:cNvPr id="68" name="bridge-file-visible-h1">
            <a:extLst xmlns:a="http://schemas.openxmlformats.org/drawingml/2006/main">
              <a:ext uri="{FF2B5EF4-FFF2-40B4-BE49-F238E27FC236}">
                <a16:creationId xmlns:a16="http://schemas.microsoft.com/office/drawing/2014/main" id="{E897352A-A7E6-421D-B196-10A6276B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24288"/>
            <a:ext cx="4048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bridge-file-visible-v">
            <a:extLst xmlns:a="http://schemas.openxmlformats.org/drawingml/2006/main">
              <a:ext uri="{FF2B5EF4-FFF2-40B4-BE49-F238E27FC236}">
                <a16:creationId xmlns:a16="http://schemas.microsoft.com/office/drawing/2014/main" id="{42EED9F3-531A-4A9F-89A6-C1BE8FE1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538" y="3762375"/>
            <a:ext cx="19050" cy="7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bridge-file-visible-h2">
            <a:extLst xmlns:a="http://schemas.openxmlformats.org/drawingml/2006/main">
              <a:ext uri="{FF2B5EF4-FFF2-40B4-BE49-F238E27FC236}">
                <a16:creationId xmlns:a16="http://schemas.microsoft.com/office/drawing/2014/main" id="{A9DD2250-7AAB-42E5-AFF6-BF9202A5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3752850"/>
            <a:ext cx="4048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71" name="bridge-file"/>
          <p:cNvCxnSpPr>
            <a:stCxn xmlns:a="http://schemas.openxmlformats.org/drawingml/2006/main" id="31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 flipV="1">
            <a:off x="7715250" y="3762375"/>
            <a:ext cx="809625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4B860"/>
            </a:solidFill>
            <a:prstDash val="solid"/>
          </a:ln>
        </p:spPr>
      </p:cxnSp>
      <p:sp>
        <p:nvSpPr>
          <p:cNvPr id="72" name="bridge-file-label">
            <a:extLst xmlns:a="http://schemas.openxmlformats.org/drawingml/2006/main">
              <a:ext uri="{FF2B5EF4-FFF2-40B4-BE49-F238E27FC236}">
                <a16:creationId xmlns:a16="http://schemas.microsoft.com/office/drawing/2014/main" id="{C8717A00-AF8D-4036-8148-EF8B576B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rPr>
              <a:t>N : 1</a:t>
            </a:r>
          </a:p>
        </p:txBody>
      </p:sp>
      <p:sp>
        <p:nvSpPr>
          <p:cNvPr id="73" name="composite-pk-background">
            <a:extLst xmlns:a="http://schemas.openxmlformats.org/drawingml/2006/main">
              <a:ext uri="{FF2B5EF4-FFF2-40B4-BE49-F238E27FC236}">
                <a16:creationId xmlns:a16="http://schemas.microsoft.com/office/drawing/2014/main" id="{8E3B8CE0-9EC8-4EDC-BB0C-2A0578AB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006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composite-pk-label">
            <a:extLst xmlns:a="http://schemas.openxmlformats.org/drawingml/2006/main">
              <a:ext uri="{FF2B5EF4-FFF2-40B4-BE49-F238E27FC236}">
                <a16:creationId xmlns:a16="http://schemas.microsoft.com/office/drawing/2014/main" id="{D23B1371-F4F5-4E28-B974-07F27DAE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29200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rPr>
              <a:t>复合 PK 阻止重复关联</a:t>
            </a:r>
          </a:p>
        </p:txBody>
      </p:sp>
      <p:sp>
        <p:nvSpPr>
          <p:cNvPr id="75" name="file-dedup-background">
            <a:extLst xmlns:a="http://schemas.openxmlformats.org/drawingml/2006/main">
              <a:ext uri="{FF2B5EF4-FFF2-40B4-BE49-F238E27FC236}">
                <a16:creationId xmlns:a16="http://schemas.microsoft.com/office/drawing/2014/main" id="{40B07533-4858-4D31-AD2A-29ECC533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76875"/>
            <a:ext cx="523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544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76" name="file-dedup-accent">
            <a:extLst xmlns:a="http://schemas.openxmlformats.org/drawingml/2006/main">
              <a:ext uri="{FF2B5EF4-FFF2-40B4-BE49-F238E27FC236}">
                <a16:creationId xmlns:a16="http://schemas.microsoft.com/office/drawing/2014/main" id="{E2DD6F72-5490-409B-BBB6-49EA1673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76875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F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file-dedup-title">
            <a:extLst xmlns:a="http://schemas.openxmlformats.org/drawingml/2006/main">
              <a:ext uri="{FF2B5EF4-FFF2-40B4-BE49-F238E27FC236}">
                <a16:creationId xmlns:a16="http://schemas.microsoft.com/office/drawing/2014/main" id="{26823C75-5628-4809-B0C0-B42DDFD3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91175"/>
            <a:ext cx="491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rPr>
              <a:t>文件去重</a:t>
            </a:r>
          </a:p>
        </p:txBody>
      </p:sp>
      <p:sp>
        <p:nvSpPr>
          <p:cNvPr id="78" name="file-dedup-body">
            <a:extLst xmlns:a="http://schemas.openxmlformats.org/drawingml/2006/main">
              <a:ext uri="{FF2B5EF4-FFF2-40B4-BE49-F238E27FC236}">
                <a16:creationId xmlns:a16="http://schemas.microsoft.com/office/drawing/2014/main" id="{D1195353-94B9-4167-B30A-81BA881D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76925"/>
            <a:ext cx="491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uq_knowledge_files_user_hash(user_id, file_hash) WHERE deleted_at IS NULL</a:t>
            </a:r>
          </a:p>
          <a:p xmlns:a="http://schemas.openxmlformats.org/drawingml/2006/main">
            <a:pPr algn="l">
              <a:defRPr sz="97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同一用户下，活跃文件内容哈希不可重复。</a:t>
            </a:r>
          </a:p>
        </p:txBody>
      </p:sp>
      <p:sp>
        <p:nvSpPr>
          <p:cNvPr id="79" name="bridge-delete-background">
            <a:extLst xmlns:a="http://schemas.openxmlformats.org/drawingml/2006/main">
              <a:ext uri="{FF2B5EF4-FFF2-40B4-BE49-F238E27FC236}">
                <a16:creationId xmlns:a16="http://schemas.microsoft.com/office/drawing/2014/main" id="{D50D3753-C8DC-4AD3-8733-94FB5F0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476875"/>
            <a:ext cx="523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544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80" name="bridge-delete-accent">
            <a:extLst xmlns:a="http://schemas.openxmlformats.org/drawingml/2006/main">
              <a:ext uri="{FF2B5EF4-FFF2-40B4-BE49-F238E27FC236}">
                <a16:creationId xmlns:a16="http://schemas.microsoft.com/office/drawing/2014/main" id="{CD9D2C95-0F62-47EA-8F35-C9DC1BAF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476875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bridge-delete-title">
            <a:extLst xmlns:a="http://schemas.openxmlformats.org/drawingml/2006/main">
              <a:ext uri="{FF2B5EF4-FFF2-40B4-BE49-F238E27FC236}">
                <a16:creationId xmlns:a16="http://schemas.microsoft.com/office/drawing/2014/main" id="{B55B7673-6D71-44DA-A57B-63E0C550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591175"/>
            <a:ext cx="491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rPr>
              <a:t>删除语义</a:t>
            </a:r>
          </a:p>
        </p:txBody>
      </p:sp>
      <p:sp>
        <p:nvSpPr>
          <p:cNvPr id="82" name="bridge-delete-body">
            <a:extLst xmlns:a="http://schemas.openxmlformats.org/drawingml/2006/main">
              <a:ext uri="{FF2B5EF4-FFF2-40B4-BE49-F238E27FC236}">
                <a16:creationId xmlns:a16="http://schemas.microsoft.com/office/drawing/2014/main" id="{4A399A3E-8A8E-437F-AA75-779E02A5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876925"/>
            <a:ext cx="491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知识库和文件使用 deleted_at 软删除；中间表没有 deleted_at，解绑需要删除关联记录。</a:t>
            </a:r>
          </a:p>
        </p:txBody>
      </p:sp>
    </p:spTree>
    <p:extLst>
      <p:ext uri="{BB962C8B-B14F-4D97-AF65-F5344CB8AC3E}">
        <p14:creationId xmlns:p14="http://schemas.microsoft.com/office/powerpoint/2010/main" val="161502646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64A3A13-1D93-4C6B-8618-E66E3AE3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3EF3007A-346E-420A-AA66-FAFEA9F6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6103DBA6-61DA-4833-91A9-7C017570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2EB0D9FB-E62A-48DE-B605-8EC91C2F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rPr>
              <a:t>知识库与会话 · 上下文边界</a:t>
            </a:r>
          </a:p>
        </p:txBody>
      </p:sp>
      <p:sp>
        <p:nvSpPr>
          <p:cNvPr id="5" name="claim-title-5">
            <a:extLst xmlns:a="http://schemas.openxmlformats.org/drawingml/2006/main">
              <a:ext uri="{FF2B5EF4-FFF2-40B4-BE49-F238E27FC236}">
                <a16:creationId xmlns:a16="http://schemas.microsoft.com/office/drawing/2014/main" id="{C526CB87-44ED-4B27-929F-00B56ACB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096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rPr>
              <a:t>每个会话只绑定一个知识库，知识库可承载多个活跃会话</a:t>
            </a:r>
          </a:p>
        </p:txBody>
      </p:sp>
      <p:sp>
        <p:nvSpPr>
          <p:cNvPr id="6" name="support-5">
            <a:extLst xmlns:a="http://schemas.openxmlformats.org/drawingml/2006/main">
              <a:ext uri="{FF2B5EF4-FFF2-40B4-BE49-F238E27FC236}">
                <a16:creationId xmlns:a16="http://schemas.microsoft.com/office/drawing/2014/main" id="{2C659DFE-C05B-41F0-A456-E4F31A45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95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conversations.knowledge_base_id NOT NULL 固定检索上下文；user_id 与软删除索引支持用户维度的活跃会话查询。</a:t>
            </a:r>
          </a:p>
        </p:txBody>
      </p:sp>
      <p:sp>
        <p:nvSpPr>
          <p:cNvPr id="7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E9F5A64D-1454-48CD-87C9-2E914311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-note-5">
            <a:extLst xmlns:a="http://schemas.openxmlformats.org/drawingml/2006/main">
              <a:ext uri="{FF2B5EF4-FFF2-40B4-BE49-F238E27FC236}">
                <a16:creationId xmlns:a16="http://schemas.microsoft.com/office/drawing/2014/main" id="{A8305383-EF9D-4161-AFC6-971DC170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注：原 DDL 未声明 FOREIGN KEY；图中 FK* 与关系线依据字段命名和类型语义推导。</a:t>
            </a:r>
          </a:p>
        </p:txBody>
      </p:sp>
      <p:sp>
        <p:nvSpPr>
          <p:cNvPr id="9" name="page-5">
            <a:extLst xmlns:a="http://schemas.openxmlformats.org/drawingml/2006/main">
              <a:ext uri="{FF2B5EF4-FFF2-40B4-BE49-F238E27FC236}">
                <a16:creationId xmlns:a16="http://schemas.microsoft.com/office/drawing/2014/main" id="{9D318ECB-4709-4439-A64E-AFF56AF8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10" name="entity-users">
            <a:extLst xmlns:a="http://schemas.openxmlformats.org/drawingml/2006/main">
              <a:ext uri="{FF2B5EF4-FFF2-40B4-BE49-F238E27FC236}">
                <a16:creationId xmlns:a16="http://schemas.microsoft.com/office/drawing/2014/main" id="{AEFF704C-D4C5-4BCB-9F42-4CCFE6EA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85950"/>
            <a:ext cx="2667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11" name="entity-users-accent">
            <a:extLst xmlns:a="http://schemas.openxmlformats.org/drawingml/2006/main">
              <a:ext uri="{FF2B5EF4-FFF2-40B4-BE49-F238E27FC236}">
                <a16:creationId xmlns:a16="http://schemas.microsoft.com/office/drawing/2014/main" id="{0561499B-8C3A-4F19-B340-213C1D11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85950"/>
            <a:ext cx="666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entity-users-title">
            <a:extLst xmlns:a="http://schemas.openxmlformats.org/drawingml/2006/main">
              <a:ext uri="{FF2B5EF4-FFF2-40B4-BE49-F238E27FC236}">
                <a16:creationId xmlns:a16="http://schemas.microsoft.com/office/drawing/2014/main" id="{E04944DD-D950-4E08-B81E-164FCA69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62150"/>
            <a:ext cx="2362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F6F2E8"/>
                </a:solidFill>
                <a:latin typeface="Menlo"/>
                <a:ea typeface="Menlo"/>
                <a:cs typeface="Menlo"/>
              </a:rPr>
              <a:t>users</a:t>
            </a:r>
          </a:p>
        </p:txBody>
      </p:sp>
      <p:sp>
        <p:nvSpPr>
          <p:cNvPr id="13" name="entity-users-subtitle">
            <a:extLst xmlns:a="http://schemas.openxmlformats.org/drawingml/2006/main">
              <a:ext uri="{FF2B5EF4-FFF2-40B4-BE49-F238E27FC236}">
                <a16:creationId xmlns:a16="http://schemas.microsoft.com/office/drawing/2014/main" id="{4D36DD38-8D16-4F9D-9D3A-49A1260A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19325"/>
            <a:ext cx="2362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用户账户</a:t>
            </a:r>
          </a:p>
        </p:txBody>
      </p:sp>
      <p:sp>
        <p:nvSpPr>
          <p:cNvPr id="14" name="entity-users-header-rule">
            <a:extLst xmlns:a="http://schemas.openxmlformats.org/drawingml/2006/main">
              <a:ext uri="{FF2B5EF4-FFF2-40B4-BE49-F238E27FC236}">
                <a16:creationId xmlns:a16="http://schemas.microsoft.com/office/drawing/2014/main" id="{6AD79EED-353A-484B-8575-96E23FDF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0030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entity-users-tag-0">
            <a:extLst xmlns:a="http://schemas.openxmlformats.org/drawingml/2006/main">
              <a:ext uri="{FF2B5EF4-FFF2-40B4-BE49-F238E27FC236}">
                <a16:creationId xmlns:a16="http://schemas.microsoft.com/office/drawing/2014/main" id="{82CC9280-928A-4E34-B8F9-53974669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47925"/>
            <a:ext cx="361950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rPr>
              <a:t>PK</a:t>
            </a:r>
          </a:p>
        </p:txBody>
      </p:sp>
      <p:sp>
        <p:nvSpPr>
          <p:cNvPr id="16" name="entity-users-field-0">
            <a:extLst xmlns:a="http://schemas.openxmlformats.org/drawingml/2006/main">
              <a:ext uri="{FF2B5EF4-FFF2-40B4-BE49-F238E27FC236}">
                <a16:creationId xmlns:a16="http://schemas.microsoft.com/office/drawing/2014/main" id="{B7B23068-D23C-443B-91E2-7A7ED37B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38400"/>
            <a:ext cx="1226820" cy="3167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id</a:t>
            </a:r>
          </a:p>
        </p:txBody>
      </p:sp>
      <p:sp>
        <p:nvSpPr>
          <p:cNvPr id="17" name="entity-users-type-0">
            <a:extLst xmlns:a="http://schemas.openxmlformats.org/drawingml/2006/main">
              <a:ext uri="{FF2B5EF4-FFF2-40B4-BE49-F238E27FC236}">
                <a16:creationId xmlns:a16="http://schemas.microsoft.com/office/drawing/2014/main" id="{81954D42-32D0-48E9-9BDB-EFB008FD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438400"/>
            <a:ext cx="678180" cy="3167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bigserial</a:t>
            </a:r>
          </a:p>
        </p:txBody>
      </p:sp>
      <p:sp>
        <p:nvSpPr>
          <p:cNvPr id="18" name="entity-users-tag-1">
            <a:extLst xmlns:a="http://schemas.openxmlformats.org/drawingml/2006/main">
              <a:ext uri="{FF2B5EF4-FFF2-40B4-BE49-F238E27FC236}">
                <a16:creationId xmlns:a16="http://schemas.microsoft.com/office/drawing/2014/main" id="{24F2BBF8-3E6E-4533-8EC0-BB108D1D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64631"/>
            <a:ext cx="361950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rPr>
              <a:t>UQ</a:t>
            </a:r>
          </a:p>
        </p:txBody>
      </p:sp>
      <p:sp>
        <p:nvSpPr>
          <p:cNvPr id="19" name="entity-users-field-1">
            <a:extLst xmlns:a="http://schemas.openxmlformats.org/drawingml/2006/main">
              <a:ext uri="{FF2B5EF4-FFF2-40B4-BE49-F238E27FC236}">
                <a16:creationId xmlns:a16="http://schemas.microsoft.com/office/drawing/2014/main" id="{72A79912-8F4E-4EF5-A602-17F65AFE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55106"/>
            <a:ext cx="1226820" cy="3167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username</a:t>
            </a:r>
          </a:p>
        </p:txBody>
      </p:sp>
      <p:sp>
        <p:nvSpPr>
          <p:cNvPr id="20" name="entity-users-type-1">
            <a:extLst xmlns:a="http://schemas.openxmlformats.org/drawingml/2006/main">
              <a:ext uri="{FF2B5EF4-FFF2-40B4-BE49-F238E27FC236}">
                <a16:creationId xmlns:a16="http://schemas.microsoft.com/office/drawing/2014/main" id="{5A26B1AB-5C43-4943-99EF-F3D2B335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755106"/>
            <a:ext cx="678180" cy="3167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text</a:t>
            </a:r>
          </a:p>
        </p:txBody>
      </p:sp>
      <p:sp>
        <p:nvSpPr>
          <p:cNvPr id="21" name="entity-users-field-2">
            <a:extLst xmlns:a="http://schemas.openxmlformats.org/drawingml/2006/main">
              <a:ext uri="{FF2B5EF4-FFF2-40B4-BE49-F238E27FC236}">
                <a16:creationId xmlns:a16="http://schemas.microsoft.com/office/drawing/2014/main" id="{9DDAF1E1-BAF7-4EA4-86E2-8F08865A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71813"/>
            <a:ext cx="1226820" cy="3167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password_hash</a:t>
            </a:r>
          </a:p>
        </p:txBody>
      </p:sp>
      <p:sp>
        <p:nvSpPr>
          <p:cNvPr id="22" name="entity-users-type-2">
            <a:extLst xmlns:a="http://schemas.openxmlformats.org/drawingml/2006/main">
              <a:ext uri="{FF2B5EF4-FFF2-40B4-BE49-F238E27FC236}">
                <a16:creationId xmlns:a16="http://schemas.microsoft.com/office/drawing/2014/main" id="{398EDD0E-08ED-4205-96BB-86E40EC3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071813"/>
            <a:ext cx="678180" cy="3167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text</a:t>
            </a:r>
          </a:p>
        </p:txBody>
      </p:sp>
      <p:sp>
        <p:nvSpPr>
          <p:cNvPr id="23" name="entity-users-field-3">
            <a:extLst xmlns:a="http://schemas.openxmlformats.org/drawingml/2006/main">
              <a:ext uri="{FF2B5EF4-FFF2-40B4-BE49-F238E27FC236}">
                <a16:creationId xmlns:a16="http://schemas.microsoft.com/office/drawing/2014/main" id="{FD7CCEB6-5F4A-4C79-9109-30C00B41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88519"/>
            <a:ext cx="1226820" cy="3167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created_at</a:t>
            </a:r>
          </a:p>
        </p:txBody>
      </p:sp>
      <p:sp>
        <p:nvSpPr>
          <p:cNvPr id="24" name="entity-users-type-3">
            <a:extLst xmlns:a="http://schemas.openxmlformats.org/drawingml/2006/main">
              <a:ext uri="{FF2B5EF4-FFF2-40B4-BE49-F238E27FC236}">
                <a16:creationId xmlns:a16="http://schemas.microsoft.com/office/drawing/2014/main" id="{CEDA73F1-310E-4A99-8F81-4239D548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388519"/>
            <a:ext cx="678180" cy="3167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timestamptz</a:t>
            </a:r>
          </a:p>
        </p:txBody>
      </p:sp>
      <p:sp>
        <p:nvSpPr>
          <p:cNvPr id="25" name="entity-knowledge_bases">
            <a:extLst xmlns:a="http://schemas.openxmlformats.org/drawingml/2006/main">
              <a:ext uri="{FF2B5EF4-FFF2-40B4-BE49-F238E27FC236}">
                <a16:creationId xmlns:a16="http://schemas.microsoft.com/office/drawing/2014/main" id="{3AE21F1A-5682-4C54-B7F0-8306E689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190875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26" name="entity-knowledge_bases-accent">
            <a:extLst xmlns:a="http://schemas.openxmlformats.org/drawingml/2006/main">
              <a:ext uri="{FF2B5EF4-FFF2-40B4-BE49-F238E27FC236}">
                <a16:creationId xmlns:a16="http://schemas.microsoft.com/office/drawing/2014/main" id="{FCA1C29F-3371-441E-9BF2-885F167B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666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entity-knowledge_bases-title">
            <a:extLst xmlns:a="http://schemas.openxmlformats.org/drawingml/2006/main">
              <a:ext uri="{FF2B5EF4-FFF2-40B4-BE49-F238E27FC236}">
                <a16:creationId xmlns:a16="http://schemas.microsoft.com/office/drawing/2014/main" id="{646E5869-5201-47F4-BE46-D63ED0EF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85950"/>
            <a:ext cx="2886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F6F2E8"/>
                </a:solidFill>
                <a:latin typeface="Menlo"/>
                <a:ea typeface="Menlo"/>
                <a:cs typeface="Menlo"/>
              </a:rPr>
              <a:t>knowledge_bases</a:t>
            </a:r>
          </a:p>
        </p:txBody>
      </p:sp>
      <p:sp>
        <p:nvSpPr>
          <p:cNvPr id="28" name="entity-knowledge_bases-subtitle">
            <a:extLst xmlns:a="http://schemas.openxmlformats.org/drawingml/2006/main">
              <a:ext uri="{FF2B5EF4-FFF2-40B4-BE49-F238E27FC236}">
                <a16:creationId xmlns:a16="http://schemas.microsoft.com/office/drawing/2014/main" id="{951B3EBC-E5E4-4E6A-B5C0-EA3EAB24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43125"/>
            <a:ext cx="28860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知识库</a:t>
            </a:r>
          </a:p>
        </p:txBody>
      </p:sp>
      <p:sp>
        <p:nvSpPr>
          <p:cNvPr id="29" name="entity-knowledge_bases-header-rule">
            <a:extLst xmlns:a="http://schemas.openxmlformats.org/drawingml/2006/main">
              <a:ext uri="{FF2B5EF4-FFF2-40B4-BE49-F238E27FC236}">
                <a16:creationId xmlns:a16="http://schemas.microsoft.com/office/drawing/2014/main" id="{6E3DB4E7-14A0-4726-85D9-F091E52C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24100"/>
            <a:ext cx="2886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entity-knowledge_bases-tag-0">
            <a:extLst xmlns:a="http://schemas.openxmlformats.org/drawingml/2006/main">
              <a:ext uri="{FF2B5EF4-FFF2-40B4-BE49-F238E27FC236}">
                <a16:creationId xmlns:a16="http://schemas.microsoft.com/office/drawing/2014/main" id="{94FE4843-63CA-4BA9-89C1-965FB57B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71725"/>
            <a:ext cx="361950" cy="31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rPr>
              <a:t>PK</a:t>
            </a:r>
          </a:p>
        </p:txBody>
      </p:sp>
      <p:sp>
        <p:nvSpPr>
          <p:cNvPr id="31" name="entity-knowledge_bases-field-0">
            <a:extLst xmlns:a="http://schemas.openxmlformats.org/drawingml/2006/main">
              <a:ext uri="{FF2B5EF4-FFF2-40B4-BE49-F238E27FC236}">
                <a16:creationId xmlns:a16="http://schemas.microsoft.com/office/drawing/2014/main" id="{A52A91A2-E8F0-4E6A-830F-AEAC004D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62200"/>
            <a:ext cx="1467803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id</a:t>
            </a:r>
          </a:p>
        </p:txBody>
      </p:sp>
      <p:sp>
        <p:nvSpPr>
          <p:cNvPr id="32" name="entity-knowledge_bases-type-0">
            <a:extLst xmlns:a="http://schemas.openxmlformats.org/drawingml/2006/main">
              <a:ext uri="{FF2B5EF4-FFF2-40B4-BE49-F238E27FC236}">
                <a16:creationId xmlns:a16="http://schemas.microsoft.com/office/drawing/2014/main" id="{59B72728-FE8E-47FB-A2AF-93B9017F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363" y="2362200"/>
            <a:ext cx="830104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uuid</a:t>
            </a:r>
          </a:p>
        </p:txBody>
      </p:sp>
      <p:sp>
        <p:nvSpPr>
          <p:cNvPr id="33" name="entity-knowledge_bases-tag-1">
            <a:extLst xmlns:a="http://schemas.openxmlformats.org/drawingml/2006/main">
              <a:ext uri="{FF2B5EF4-FFF2-40B4-BE49-F238E27FC236}">
                <a16:creationId xmlns:a16="http://schemas.microsoft.com/office/drawing/2014/main" id="{A34D64D8-4397-4ABE-9B96-8DDF8C81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01925"/>
            <a:ext cx="361950" cy="31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rPr>
              <a:t>FK*</a:t>
            </a:r>
          </a:p>
        </p:txBody>
      </p:sp>
      <p:sp>
        <p:nvSpPr>
          <p:cNvPr id="34" name="entity-knowledge_bases-field-1">
            <a:extLst xmlns:a="http://schemas.openxmlformats.org/drawingml/2006/main">
              <a:ext uri="{FF2B5EF4-FFF2-40B4-BE49-F238E27FC236}">
                <a16:creationId xmlns:a16="http://schemas.microsoft.com/office/drawing/2014/main" id="{A8D3B4ED-EF62-49B4-8042-4D5A8513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92400"/>
            <a:ext cx="1467803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user_id</a:t>
            </a:r>
          </a:p>
        </p:txBody>
      </p:sp>
      <p:sp>
        <p:nvSpPr>
          <p:cNvPr id="35" name="entity-knowledge_bases-type-1">
            <a:extLst xmlns:a="http://schemas.openxmlformats.org/drawingml/2006/main">
              <a:ext uri="{FF2B5EF4-FFF2-40B4-BE49-F238E27FC236}">
                <a16:creationId xmlns:a16="http://schemas.microsoft.com/office/drawing/2014/main" id="{D086A29C-8621-48E8-A48F-0A3265A1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363" y="2692400"/>
            <a:ext cx="830104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bigint</a:t>
            </a:r>
          </a:p>
        </p:txBody>
      </p:sp>
      <p:sp>
        <p:nvSpPr>
          <p:cNvPr id="36" name="entity-knowledge_bases-field-2">
            <a:extLst xmlns:a="http://schemas.openxmlformats.org/drawingml/2006/main">
              <a:ext uri="{FF2B5EF4-FFF2-40B4-BE49-F238E27FC236}">
                <a16:creationId xmlns:a16="http://schemas.microsoft.com/office/drawing/2014/main" id="{65C56928-8F9D-4F51-BDB8-7A31741E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22600"/>
            <a:ext cx="1467803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name</a:t>
            </a:r>
          </a:p>
        </p:txBody>
      </p:sp>
      <p:sp>
        <p:nvSpPr>
          <p:cNvPr id="37" name="entity-knowledge_bases-type-2">
            <a:extLst xmlns:a="http://schemas.openxmlformats.org/drawingml/2006/main">
              <a:ext uri="{FF2B5EF4-FFF2-40B4-BE49-F238E27FC236}">
                <a16:creationId xmlns:a16="http://schemas.microsoft.com/office/drawing/2014/main" id="{6F286529-3B42-4794-9849-25194369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363" y="3022600"/>
            <a:ext cx="830104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text</a:t>
            </a:r>
          </a:p>
        </p:txBody>
      </p:sp>
      <p:sp>
        <p:nvSpPr>
          <p:cNvPr id="38" name="entity-knowledge_bases-field-3">
            <a:extLst xmlns:a="http://schemas.openxmlformats.org/drawingml/2006/main">
              <a:ext uri="{FF2B5EF4-FFF2-40B4-BE49-F238E27FC236}">
                <a16:creationId xmlns:a16="http://schemas.microsoft.com/office/drawing/2014/main" id="{2F65467A-A771-4597-B665-63D8844E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52800"/>
            <a:ext cx="1467803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is_default</a:t>
            </a:r>
          </a:p>
        </p:txBody>
      </p:sp>
      <p:sp>
        <p:nvSpPr>
          <p:cNvPr id="39" name="entity-knowledge_bases-type-3">
            <a:extLst xmlns:a="http://schemas.openxmlformats.org/drawingml/2006/main">
              <a:ext uri="{FF2B5EF4-FFF2-40B4-BE49-F238E27FC236}">
                <a16:creationId xmlns:a16="http://schemas.microsoft.com/office/drawing/2014/main" id="{DEF15A57-626A-42D5-9883-4E540EFD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363" y="3352800"/>
            <a:ext cx="830104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boolean</a:t>
            </a:r>
          </a:p>
        </p:txBody>
      </p:sp>
      <p:sp>
        <p:nvSpPr>
          <p:cNvPr id="40" name="entity-knowledge_bases-field-4">
            <a:extLst xmlns:a="http://schemas.openxmlformats.org/drawingml/2006/main">
              <a:ext uri="{FF2B5EF4-FFF2-40B4-BE49-F238E27FC236}">
                <a16:creationId xmlns:a16="http://schemas.microsoft.com/office/drawing/2014/main" id="{843F41D9-0011-444E-BE38-AD7EAA84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83000"/>
            <a:ext cx="1467803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created_at / updated_at</a:t>
            </a:r>
          </a:p>
        </p:txBody>
      </p:sp>
      <p:sp>
        <p:nvSpPr>
          <p:cNvPr id="41" name="entity-knowledge_bases-type-4">
            <a:extLst xmlns:a="http://schemas.openxmlformats.org/drawingml/2006/main">
              <a:ext uri="{FF2B5EF4-FFF2-40B4-BE49-F238E27FC236}">
                <a16:creationId xmlns:a16="http://schemas.microsoft.com/office/drawing/2014/main" id="{CF6A72AD-8A86-4CE4-B9DD-71AF10C2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363" y="3683000"/>
            <a:ext cx="830104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timestamptz</a:t>
            </a:r>
          </a:p>
        </p:txBody>
      </p:sp>
      <p:sp>
        <p:nvSpPr>
          <p:cNvPr id="42" name="entity-knowledge_bases-field-5">
            <a:extLst xmlns:a="http://schemas.openxmlformats.org/drawingml/2006/main">
              <a:ext uri="{FF2B5EF4-FFF2-40B4-BE49-F238E27FC236}">
                <a16:creationId xmlns:a16="http://schemas.microsoft.com/office/drawing/2014/main" id="{736BD0FA-0608-4DD6-A3E2-9CC6FDA4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13200"/>
            <a:ext cx="1467803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deleted_at</a:t>
            </a:r>
          </a:p>
        </p:txBody>
      </p:sp>
      <p:sp>
        <p:nvSpPr>
          <p:cNvPr id="43" name="entity-knowledge_bases-type-5">
            <a:extLst xmlns:a="http://schemas.openxmlformats.org/drawingml/2006/main">
              <a:ext uri="{FF2B5EF4-FFF2-40B4-BE49-F238E27FC236}">
                <a16:creationId xmlns:a16="http://schemas.microsoft.com/office/drawing/2014/main" id="{734C090A-280C-41FC-B715-ADB864AE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363" y="4013200"/>
            <a:ext cx="830104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timestamptz</a:t>
            </a:r>
          </a:p>
        </p:txBody>
      </p:sp>
      <p:sp>
        <p:nvSpPr>
          <p:cNvPr id="44" name="entity-conversations">
            <a:extLst xmlns:a="http://schemas.openxmlformats.org/drawingml/2006/main">
              <a:ext uri="{FF2B5EF4-FFF2-40B4-BE49-F238E27FC236}">
                <a16:creationId xmlns:a16="http://schemas.microsoft.com/office/drawing/2014/main" id="{E472F5FE-1AA9-4377-95DA-EBB6CF70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3190875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45" name="entity-conversations-accent">
            <a:extLst xmlns:a="http://schemas.openxmlformats.org/drawingml/2006/main">
              <a:ext uri="{FF2B5EF4-FFF2-40B4-BE49-F238E27FC236}">
                <a16:creationId xmlns:a16="http://schemas.microsoft.com/office/drawing/2014/main" id="{33E43FFF-3DAE-42B8-8C22-1FB2D296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666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entity-conversations-title">
            <a:extLst xmlns:a="http://schemas.openxmlformats.org/drawingml/2006/main">
              <a:ext uri="{FF2B5EF4-FFF2-40B4-BE49-F238E27FC236}">
                <a16:creationId xmlns:a16="http://schemas.microsoft.com/office/drawing/2014/main" id="{A29B281B-00FD-449A-BCBA-BBC0EF69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85950"/>
            <a:ext cx="28860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F6F2E8"/>
                </a:solidFill>
                <a:latin typeface="Menlo"/>
                <a:ea typeface="Menlo"/>
                <a:cs typeface="Menlo"/>
              </a:rPr>
              <a:t>conversations</a:t>
            </a:r>
          </a:p>
        </p:txBody>
      </p:sp>
      <p:sp>
        <p:nvSpPr>
          <p:cNvPr id="47" name="entity-conversations-subtitle">
            <a:extLst xmlns:a="http://schemas.openxmlformats.org/drawingml/2006/main">
              <a:ext uri="{FF2B5EF4-FFF2-40B4-BE49-F238E27FC236}">
                <a16:creationId xmlns:a16="http://schemas.microsoft.com/office/drawing/2014/main" id="{124DF278-A555-4D84-9D8A-B1535A93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43125"/>
            <a:ext cx="28860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聊天会话</a:t>
            </a:r>
          </a:p>
        </p:txBody>
      </p:sp>
      <p:sp>
        <p:nvSpPr>
          <p:cNvPr id="48" name="entity-conversations-header-rule">
            <a:extLst xmlns:a="http://schemas.openxmlformats.org/drawingml/2006/main">
              <a:ext uri="{FF2B5EF4-FFF2-40B4-BE49-F238E27FC236}">
                <a16:creationId xmlns:a16="http://schemas.microsoft.com/office/drawing/2014/main" id="{B3089095-024B-4BB2-8DFA-B2F35FBB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4100"/>
            <a:ext cx="2886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entity-conversations-tag-0">
            <a:extLst xmlns:a="http://schemas.openxmlformats.org/drawingml/2006/main">
              <a:ext uri="{FF2B5EF4-FFF2-40B4-BE49-F238E27FC236}">
                <a16:creationId xmlns:a16="http://schemas.microsoft.com/office/drawing/2014/main" id="{0A424CFC-6518-4AC8-AFCA-1262EAE8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71725"/>
            <a:ext cx="361950" cy="31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rPr>
              <a:t>PK</a:t>
            </a:r>
          </a:p>
        </p:txBody>
      </p:sp>
      <p:sp>
        <p:nvSpPr>
          <p:cNvPr id="50" name="entity-conversations-field-0">
            <a:extLst xmlns:a="http://schemas.openxmlformats.org/drawingml/2006/main">
              <a:ext uri="{FF2B5EF4-FFF2-40B4-BE49-F238E27FC236}">
                <a16:creationId xmlns:a16="http://schemas.microsoft.com/office/drawing/2014/main" id="{A5F2DFDE-B917-45C9-8CD2-9BC38D58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62200"/>
            <a:ext cx="1467803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id</a:t>
            </a:r>
          </a:p>
        </p:txBody>
      </p:sp>
      <p:sp>
        <p:nvSpPr>
          <p:cNvPr id="51" name="entity-conversations-type-0">
            <a:extLst xmlns:a="http://schemas.openxmlformats.org/drawingml/2006/main">
              <a:ext uri="{FF2B5EF4-FFF2-40B4-BE49-F238E27FC236}">
                <a16:creationId xmlns:a16="http://schemas.microsoft.com/office/drawing/2014/main" id="{B7B8E132-F919-4D16-A96C-F6964351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863" y="2362200"/>
            <a:ext cx="830104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uuid</a:t>
            </a:r>
          </a:p>
        </p:txBody>
      </p:sp>
      <p:sp>
        <p:nvSpPr>
          <p:cNvPr id="52" name="entity-conversations-tag-1">
            <a:extLst xmlns:a="http://schemas.openxmlformats.org/drawingml/2006/main">
              <a:ext uri="{FF2B5EF4-FFF2-40B4-BE49-F238E27FC236}">
                <a16:creationId xmlns:a16="http://schemas.microsoft.com/office/drawing/2014/main" id="{B0A77CC3-CE81-4690-B2ED-C9053AF6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01925"/>
            <a:ext cx="361950" cy="31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rPr>
              <a:t>FK*</a:t>
            </a:r>
          </a:p>
        </p:txBody>
      </p:sp>
      <p:sp>
        <p:nvSpPr>
          <p:cNvPr id="53" name="entity-conversations-field-1">
            <a:extLst xmlns:a="http://schemas.openxmlformats.org/drawingml/2006/main">
              <a:ext uri="{FF2B5EF4-FFF2-40B4-BE49-F238E27FC236}">
                <a16:creationId xmlns:a16="http://schemas.microsoft.com/office/drawing/2014/main" id="{9E3CF43E-5C38-4EBA-8B68-18D10FC2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92400"/>
            <a:ext cx="1467803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user_id</a:t>
            </a:r>
          </a:p>
        </p:txBody>
      </p:sp>
      <p:sp>
        <p:nvSpPr>
          <p:cNvPr id="54" name="entity-conversations-type-1">
            <a:extLst xmlns:a="http://schemas.openxmlformats.org/drawingml/2006/main">
              <a:ext uri="{FF2B5EF4-FFF2-40B4-BE49-F238E27FC236}">
                <a16:creationId xmlns:a16="http://schemas.microsoft.com/office/drawing/2014/main" id="{CA46F6AF-84F3-4E9A-90AA-73B62973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863" y="2692400"/>
            <a:ext cx="830104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bigint</a:t>
            </a:r>
          </a:p>
        </p:txBody>
      </p:sp>
      <p:sp>
        <p:nvSpPr>
          <p:cNvPr id="55" name="entity-conversations-tag-2">
            <a:extLst xmlns:a="http://schemas.openxmlformats.org/drawingml/2006/main">
              <a:ext uri="{FF2B5EF4-FFF2-40B4-BE49-F238E27FC236}">
                <a16:creationId xmlns:a16="http://schemas.microsoft.com/office/drawing/2014/main" id="{6387CF2A-F305-4777-ADF9-39CCA9A4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32125"/>
            <a:ext cx="361950" cy="31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rPr>
              <a:t>FK*</a:t>
            </a:r>
          </a:p>
        </p:txBody>
      </p:sp>
      <p:sp>
        <p:nvSpPr>
          <p:cNvPr id="56" name="entity-conversations-field-2">
            <a:extLst xmlns:a="http://schemas.openxmlformats.org/drawingml/2006/main">
              <a:ext uri="{FF2B5EF4-FFF2-40B4-BE49-F238E27FC236}">
                <a16:creationId xmlns:a16="http://schemas.microsoft.com/office/drawing/2014/main" id="{67B7E8BE-6EB4-41C6-BF60-E767C81D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2600"/>
            <a:ext cx="1467803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knowledge_base_id</a:t>
            </a:r>
          </a:p>
        </p:txBody>
      </p:sp>
      <p:sp>
        <p:nvSpPr>
          <p:cNvPr id="57" name="entity-conversations-type-2">
            <a:extLst xmlns:a="http://schemas.openxmlformats.org/drawingml/2006/main">
              <a:ext uri="{FF2B5EF4-FFF2-40B4-BE49-F238E27FC236}">
                <a16:creationId xmlns:a16="http://schemas.microsoft.com/office/drawing/2014/main" id="{9F82FB1E-509E-4DAC-B589-BF35C47A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863" y="3022600"/>
            <a:ext cx="830104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uuid</a:t>
            </a:r>
          </a:p>
        </p:txBody>
      </p:sp>
      <p:sp>
        <p:nvSpPr>
          <p:cNvPr id="58" name="entity-conversations-field-3">
            <a:extLst xmlns:a="http://schemas.openxmlformats.org/drawingml/2006/main">
              <a:ext uri="{FF2B5EF4-FFF2-40B4-BE49-F238E27FC236}">
                <a16:creationId xmlns:a16="http://schemas.microsoft.com/office/drawing/2014/main" id="{03D61FD4-43AA-4C79-97AD-0E98C669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52800"/>
            <a:ext cx="1467803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title</a:t>
            </a:r>
          </a:p>
        </p:txBody>
      </p:sp>
      <p:sp>
        <p:nvSpPr>
          <p:cNvPr id="59" name="entity-conversations-type-3">
            <a:extLst xmlns:a="http://schemas.openxmlformats.org/drawingml/2006/main">
              <a:ext uri="{FF2B5EF4-FFF2-40B4-BE49-F238E27FC236}">
                <a16:creationId xmlns:a16="http://schemas.microsoft.com/office/drawing/2014/main" id="{E8575641-8056-4C33-B2C9-B343C36E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863" y="3352800"/>
            <a:ext cx="830104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text</a:t>
            </a:r>
          </a:p>
        </p:txBody>
      </p:sp>
      <p:sp>
        <p:nvSpPr>
          <p:cNvPr id="60" name="entity-conversations-field-4">
            <a:extLst xmlns:a="http://schemas.openxmlformats.org/drawingml/2006/main">
              <a:ext uri="{FF2B5EF4-FFF2-40B4-BE49-F238E27FC236}">
                <a16:creationId xmlns:a16="http://schemas.microsoft.com/office/drawing/2014/main" id="{D9A8438A-37C5-4904-BD92-94732613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83000"/>
            <a:ext cx="1467803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created_at / updated_at</a:t>
            </a:r>
          </a:p>
        </p:txBody>
      </p:sp>
      <p:sp>
        <p:nvSpPr>
          <p:cNvPr id="61" name="entity-conversations-type-4">
            <a:extLst xmlns:a="http://schemas.openxmlformats.org/drawingml/2006/main">
              <a:ext uri="{FF2B5EF4-FFF2-40B4-BE49-F238E27FC236}">
                <a16:creationId xmlns:a16="http://schemas.microsoft.com/office/drawing/2014/main" id="{4E706C2A-F9A9-413C-A645-708806CB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863" y="3683000"/>
            <a:ext cx="830104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timestamptz</a:t>
            </a:r>
          </a:p>
        </p:txBody>
      </p:sp>
      <p:sp>
        <p:nvSpPr>
          <p:cNvPr id="62" name="entity-conversations-field-5">
            <a:extLst xmlns:a="http://schemas.openxmlformats.org/drawingml/2006/main">
              <a:ext uri="{FF2B5EF4-FFF2-40B4-BE49-F238E27FC236}">
                <a16:creationId xmlns:a16="http://schemas.microsoft.com/office/drawing/2014/main" id="{9E75924A-656E-407C-9BE4-86744D08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13200"/>
            <a:ext cx="1467803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deleted_at</a:t>
            </a:r>
          </a:p>
        </p:txBody>
      </p:sp>
      <p:sp>
        <p:nvSpPr>
          <p:cNvPr id="63" name="entity-conversations-type-5">
            <a:extLst xmlns:a="http://schemas.openxmlformats.org/drawingml/2006/main">
              <a:ext uri="{FF2B5EF4-FFF2-40B4-BE49-F238E27FC236}">
                <a16:creationId xmlns:a16="http://schemas.microsoft.com/office/drawing/2014/main" id="{7298A401-7403-48DC-A545-0A49EBC2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863" y="4013200"/>
            <a:ext cx="830104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timestamptz</a:t>
            </a:r>
          </a:p>
        </p:txBody>
      </p:sp>
      <p:sp>
        <p:nvSpPr>
          <p:cNvPr id="64" name="owner-base-visible-h1">
            <a:extLst xmlns:a="http://schemas.openxmlformats.org/drawingml/2006/main">
              <a:ext uri="{FF2B5EF4-FFF2-40B4-BE49-F238E27FC236}">
                <a16:creationId xmlns:a16="http://schemas.microsoft.com/office/drawing/2014/main" id="{4917EF8F-2FEC-4AB0-8666-69FD47A4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2738"/>
            <a:ext cx="5953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owner-base-visible-v">
            <a:extLst xmlns:a="http://schemas.openxmlformats.org/drawingml/2006/main">
              <a:ext uri="{FF2B5EF4-FFF2-40B4-BE49-F238E27FC236}">
                <a16:creationId xmlns:a16="http://schemas.microsoft.com/office/drawing/2014/main" id="{01B0930B-042D-4075-964D-5BF11222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913" y="2862263"/>
            <a:ext cx="19050" cy="280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owner-base-visible-h2">
            <a:extLst xmlns:a="http://schemas.openxmlformats.org/drawingml/2006/main">
              <a:ext uri="{FF2B5EF4-FFF2-40B4-BE49-F238E27FC236}">
                <a16:creationId xmlns:a16="http://schemas.microsoft.com/office/drawing/2014/main" id="{8E9A7A12-E431-4B8C-AC3A-9A2505B8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3133725"/>
            <a:ext cx="5953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67" name="owner-base"/>
          <p:cNvCxnSpPr>
            <a:stCxn xmlns:a="http://schemas.openxmlformats.org/drawingml/2006/main" id="1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3286125" y="2862263"/>
            <a:ext cx="1190625" cy="2809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2D6C7"/>
            </a:solidFill>
            <a:prstDash val="solid"/>
          </a:ln>
        </p:spPr>
      </p:cxnSp>
      <p:sp>
        <p:nvSpPr>
          <p:cNvPr id="68" name="owner-base-label">
            <a:extLst xmlns:a="http://schemas.openxmlformats.org/drawingml/2006/main">
              <a:ext uri="{FF2B5EF4-FFF2-40B4-BE49-F238E27FC236}">
                <a16:creationId xmlns:a16="http://schemas.microsoft.com/office/drawing/2014/main" id="{589680BC-3341-47BB-BDD5-B0189A4F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336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rPr>
              <a:t>1 : N</a:t>
            </a:r>
          </a:p>
        </p:txBody>
      </p:sp>
      <p:sp>
        <p:nvSpPr>
          <p:cNvPr id="69" name="base-conversations-visible-h">
            <a:extLst xmlns:a="http://schemas.openxmlformats.org/drawingml/2006/main">
              <a:ext uri="{FF2B5EF4-FFF2-40B4-BE49-F238E27FC236}">
                <a16:creationId xmlns:a16="http://schemas.microsoft.com/office/drawing/2014/main" id="{43B880A1-B1E0-46AB-B06E-2DF198DB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33725"/>
            <a:ext cx="80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70" name="base-conversations"/>
          <p:cNvCxnSpPr>
            <a:stCxn xmlns:a="http://schemas.openxmlformats.org/drawingml/2006/main" id="25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7667625" y="314325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B860"/>
            </a:solidFill>
            <a:prstDash val="solid"/>
          </a:ln>
        </p:spPr>
      </p:cxnSp>
      <p:sp>
        <p:nvSpPr>
          <p:cNvPr id="71" name="base-conversations-label">
            <a:extLst xmlns:a="http://schemas.openxmlformats.org/drawingml/2006/main">
              <a:ext uri="{FF2B5EF4-FFF2-40B4-BE49-F238E27FC236}">
                <a16:creationId xmlns:a16="http://schemas.microsoft.com/office/drawing/2014/main" id="{5DD9AF2B-A3A1-44FC-A0AA-175E7F0C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5336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rPr>
              <a:t>1 知识库 : N 会话</a:t>
            </a:r>
          </a:p>
        </p:txBody>
      </p:sp>
      <p:sp>
        <p:nvSpPr>
          <p:cNvPr id="72" name="owner-conversation-visible-v1">
            <a:extLst xmlns:a="http://schemas.openxmlformats.org/drawingml/2006/main">
              <a:ext uri="{FF2B5EF4-FFF2-40B4-BE49-F238E27FC236}">
                <a16:creationId xmlns:a16="http://schemas.microsoft.com/office/drawing/2014/main" id="{021322CB-3623-44EF-B271-056C6D6B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838575"/>
            <a:ext cx="19050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owner-conversation-visible-h">
            <a:extLst xmlns:a="http://schemas.openxmlformats.org/drawingml/2006/main">
              <a:ext uri="{FF2B5EF4-FFF2-40B4-BE49-F238E27FC236}">
                <a16:creationId xmlns:a16="http://schemas.microsoft.com/office/drawing/2014/main" id="{B5F9EFE3-D5C6-4BDF-89E1-0AB7018D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48138"/>
            <a:ext cx="812006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owner-conversation-visible-v2">
            <a:extLst xmlns:a="http://schemas.openxmlformats.org/drawingml/2006/main">
              <a:ext uri="{FF2B5EF4-FFF2-40B4-BE49-F238E27FC236}">
                <a16:creationId xmlns:a16="http://schemas.microsoft.com/office/drawing/2014/main" id="{15758129-3B11-40AA-B7AF-197F3C89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163" y="4157663"/>
            <a:ext cx="19050" cy="3190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75" name="owner-conversation"/>
          <p:cNvCxnSpPr>
            <a:stCxn xmlns:a="http://schemas.openxmlformats.org/drawingml/2006/main" id="10" idx="2"/>
            <a:endCxn xmlns:a="http://schemas.openxmlformats.org/drawingml/2006/main" id="44" idx="2"/>
          </p:cNvCxnSpPr>
          <p:nvPr/>
        </p:nvCxnSpPr>
        <p:spPr>
          <a:xfrm xmlns:a="http://schemas.openxmlformats.org/drawingml/2006/main">
            <a:off x="1952625" y="3838575"/>
            <a:ext cx="8120063" cy="6381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AA8FF"/>
            </a:solidFill>
            <a:prstDash val="dash"/>
          </a:ln>
        </p:spPr>
      </p:cxnSp>
      <p:sp>
        <p:nvSpPr>
          <p:cNvPr id="76" name="owner-conversation-label">
            <a:extLst xmlns:a="http://schemas.openxmlformats.org/drawingml/2006/main">
              <a:ext uri="{FF2B5EF4-FFF2-40B4-BE49-F238E27FC236}">
                <a16:creationId xmlns:a16="http://schemas.microsoft.com/office/drawing/2014/main" id="{34A48ED0-5D50-49FA-925A-A48E4EDC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6482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rPr>
              <a:t>同一 user_id 所有权校验</a:t>
            </a:r>
          </a:p>
        </p:txBody>
      </p:sp>
      <p:sp>
        <p:nvSpPr>
          <p:cNvPr id="77" name="conversation-kb-required-background">
            <a:extLst xmlns:a="http://schemas.openxmlformats.org/drawingml/2006/main">
              <a:ext uri="{FF2B5EF4-FFF2-40B4-BE49-F238E27FC236}">
                <a16:creationId xmlns:a16="http://schemas.microsoft.com/office/drawing/2014/main" id="{C9E0E01D-7A25-4FEA-9E54-71589A0D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29150"/>
            <a:ext cx="2428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conversation-kb-required-label">
            <a:extLst xmlns:a="http://schemas.openxmlformats.org/drawingml/2006/main">
              <a:ext uri="{FF2B5EF4-FFF2-40B4-BE49-F238E27FC236}">
                <a16:creationId xmlns:a16="http://schemas.microsoft.com/office/drawing/2014/main" id="{A2D1CB0E-316B-4BCC-8150-970419A9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57725"/>
            <a:ext cx="22764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rPr>
              <a:t>knowledge_base_id NOT NULL</a:t>
            </a:r>
          </a:p>
        </p:txBody>
      </p:sp>
      <p:sp>
        <p:nvSpPr>
          <p:cNvPr id="79" name="conversation-indexes-background">
            <a:extLst xmlns:a="http://schemas.openxmlformats.org/drawingml/2006/main">
              <a:ext uri="{FF2B5EF4-FFF2-40B4-BE49-F238E27FC236}">
                <a16:creationId xmlns:a16="http://schemas.microsoft.com/office/drawing/2014/main" id="{9173B57E-E81D-430A-9385-D479A524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91125"/>
            <a:ext cx="514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544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80" name="conversation-indexes-accent">
            <a:extLst xmlns:a="http://schemas.openxmlformats.org/drawingml/2006/main">
              <a:ext uri="{FF2B5EF4-FFF2-40B4-BE49-F238E27FC236}">
                <a16:creationId xmlns:a16="http://schemas.microsoft.com/office/drawing/2014/main" id="{1FF5BE2B-CCFC-4C7B-8800-6975B77A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9112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conversation-indexes-title">
            <a:extLst xmlns:a="http://schemas.openxmlformats.org/drawingml/2006/main">
              <a:ext uri="{FF2B5EF4-FFF2-40B4-BE49-F238E27FC236}">
                <a16:creationId xmlns:a16="http://schemas.microsoft.com/office/drawing/2014/main" id="{85DEB94A-4B93-4CAB-B684-03248C1B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05425"/>
            <a:ext cx="481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rPr>
              <a:t>查询路径</a:t>
            </a:r>
          </a:p>
        </p:txBody>
      </p:sp>
      <p:sp>
        <p:nvSpPr>
          <p:cNvPr id="82" name="conversation-indexes-body">
            <a:extLst xmlns:a="http://schemas.openxmlformats.org/drawingml/2006/main">
              <a:ext uri="{FF2B5EF4-FFF2-40B4-BE49-F238E27FC236}">
                <a16:creationId xmlns:a16="http://schemas.microsoft.com/office/drawing/2014/main" id="{64F60181-8A00-42CD-8A01-247F301F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591175"/>
            <a:ext cx="4819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idx_conversations_knowledge_base_id</a:t>
            </a:r>
          </a:p>
          <a:p xmlns:a="http://schemas.openxmlformats.org/drawingml/2006/main">
            <a:pPr algn="l">
              <a:defRPr sz="97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按知识库列出会话。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idx_conversations_user_knowledge_base</a:t>
            </a:r>
          </a:p>
          <a:p xmlns:a="http://schemas.openxmlformats.org/drawingml/2006/main">
            <a:pPr algn="l">
              <a:defRPr sz="97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按用户 + 知识库列出未删除会话。</a:t>
            </a:r>
          </a:p>
        </p:txBody>
      </p:sp>
      <p:sp>
        <p:nvSpPr>
          <p:cNvPr id="83" name="conversation-integrity-background">
            <a:extLst xmlns:a="http://schemas.openxmlformats.org/drawingml/2006/main">
              <a:ext uri="{FF2B5EF4-FFF2-40B4-BE49-F238E27FC236}">
                <a16:creationId xmlns:a16="http://schemas.microsoft.com/office/drawing/2014/main" id="{DFD6EE64-C083-413C-9217-CD38E9FA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91125"/>
            <a:ext cx="5286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544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84" name="conversation-integrity-accent">
            <a:extLst xmlns:a="http://schemas.openxmlformats.org/drawingml/2006/main">
              <a:ext uri="{FF2B5EF4-FFF2-40B4-BE49-F238E27FC236}">
                <a16:creationId xmlns:a16="http://schemas.microsoft.com/office/drawing/2014/main" id="{CE37DEEB-613E-4B8F-A85E-7040AC82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9112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F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conversation-integrity-title">
            <a:extLst xmlns:a="http://schemas.openxmlformats.org/drawingml/2006/main">
              <a:ext uri="{FF2B5EF4-FFF2-40B4-BE49-F238E27FC236}">
                <a16:creationId xmlns:a16="http://schemas.microsoft.com/office/drawing/2014/main" id="{970DFC94-A887-4877-87C9-1488E4F6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05425"/>
            <a:ext cx="4962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rPr>
              <a:t>一致性责任</a:t>
            </a:r>
          </a:p>
        </p:txBody>
      </p:sp>
      <p:sp>
        <p:nvSpPr>
          <p:cNvPr id="86" name="conversation-integrity-body">
            <a:extLst xmlns:a="http://schemas.openxmlformats.org/drawingml/2006/main">
              <a:ext uri="{FF2B5EF4-FFF2-40B4-BE49-F238E27FC236}">
                <a16:creationId xmlns:a16="http://schemas.microsoft.com/office/drawing/2014/main" id="{4D26B3E8-DD83-47A1-BFFB-E6F1EE30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91175"/>
            <a:ext cx="4962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DDL 没有 FK 或跨表 CHECK：应用层必须保证 conversations.user_id 与 knowledge_bases.user_id 指向同一用户，并排除已软删除知识库。</a:t>
            </a:r>
          </a:p>
        </p:txBody>
      </p:sp>
    </p:spTree>
    <p:extLst>
      <p:ext uri="{BB962C8B-B14F-4D97-AF65-F5344CB8AC3E}">
        <p14:creationId xmlns:p14="http://schemas.microsoft.com/office/powerpoint/2010/main" val="2028827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40E00F2F-1D9A-443A-8A7A-BF183AEE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3BE795E8-033E-4505-9ED1-B2E05EB2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B06817EF-E909-4B28-9159-70B8FC49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CDDF7BB4-37F2-4B88-BA0E-1E6C4C52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rPr>
              <a:t>会话与消息 · 交互时序</a:t>
            </a:r>
          </a:p>
        </p:txBody>
      </p:sp>
      <p:sp>
        <p:nvSpPr>
          <p:cNvPr id="5" name="claim-title-6">
            <a:extLst xmlns:a="http://schemas.openxmlformats.org/drawingml/2006/main">
              <a:ext uri="{FF2B5EF4-FFF2-40B4-BE49-F238E27FC236}">
                <a16:creationId xmlns:a16="http://schemas.microsoft.com/office/drawing/2014/main" id="{B9301421-7FE1-4B95-AE0A-ED6CA7CD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096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F6F2E8"/>
                </a:solidFill>
                <a:latin typeface="Arial Unicode MS"/>
                <a:ea typeface="Arial Unicode MS"/>
                <a:cs typeface="Arial Unicode MS"/>
              </a:rPr>
              <a:t>消息以角色化记录追加到会话，交互顺序由 created_at 表达</a:t>
            </a:r>
          </a:p>
        </p:txBody>
      </p:sp>
      <p:sp>
        <p:nvSpPr>
          <p:cNvPr id="6" name="support-6">
            <a:extLst xmlns:a="http://schemas.openxmlformats.org/drawingml/2006/main">
              <a:ext uri="{FF2B5EF4-FFF2-40B4-BE49-F238E27FC236}">
                <a16:creationId xmlns:a16="http://schemas.microsoft.com/office/drawing/2014/main" id="{FF3E360B-A065-41DD-B515-7E6FB96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95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一个会话对应多条消息；role 标识发送方，content 保存正文，应用层负责更新时间与读取顺序。</a:t>
            </a:r>
          </a:p>
        </p:txBody>
      </p:sp>
      <p:sp>
        <p:nvSpPr>
          <p:cNvPr id="7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358CC119-C94F-4965-B5D8-E63685D1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-note-6">
            <a:extLst xmlns:a="http://schemas.openxmlformats.org/drawingml/2006/main">
              <a:ext uri="{FF2B5EF4-FFF2-40B4-BE49-F238E27FC236}">
                <a16:creationId xmlns:a16="http://schemas.microsoft.com/office/drawing/2014/main" id="{147DF6B8-96F9-46EC-BFD2-F4B810DE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注：原 DDL 未声明 FOREIGN KEY；图中 FK* 与关系线依据字段命名和类型语义推导。</a:t>
            </a:r>
          </a:p>
        </p:txBody>
      </p:sp>
      <p:sp>
        <p:nvSpPr>
          <p:cNvPr id="9" name="page-6">
            <a:extLst xmlns:a="http://schemas.openxmlformats.org/drawingml/2006/main">
              <a:ext uri="{FF2B5EF4-FFF2-40B4-BE49-F238E27FC236}">
                <a16:creationId xmlns:a16="http://schemas.microsoft.com/office/drawing/2014/main" id="{C314DEDE-8EA4-4196-A846-E76BBFA7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10" name="lane-1-background">
            <a:extLst xmlns:a="http://schemas.openxmlformats.org/drawingml/2006/main">
              <a:ext uri="{FF2B5EF4-FFF2-40B4-BE49-F238E27FC236}">
                <a16:creationId xmlns:a16="http://schemas.microsoft.com/office/drawing/2014/main" id="{1A8BD027-E3D0-4205-AC5C-69557F27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15621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7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lane-1-label">
            <a:extLst xmlns:a="http://schemas.openxmlformats.org/drawingml/2006/main">
              <a:ext uri="{FF2B5EF4-FFF2-40B4-BE49-F238E27FC236}">
                <a16:creationId xmlns:a16="http://schemas.microsoft.com/office/drawing/2014/main" id="{7D7BA877-1F17-41D9-BC9C-72834E0C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590675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rPr>
              <a:t>用户 / 客户端</a:t>
            </a:r>
          </a:p>
        </p:txBody>
      </p:sp>
      <p:sp>
        <p:nvSpPr>
          <p:cNvPr id="12" name="lane-1-line">
            <a:extLst xmlns:a="http://schemas.openxmlformats.org/drawingml/2006/main">
              <a:ext uri="{FF2B5EF4-FFF2-40B4-BE49-F238E27FC236}">
                <a16:creationId xmlns:a16="http://schemas.microsoft.com/office/drawing/2014/main" id="{3BE05543-8E4A-4EB3-A897-DD8E4447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lane-2-background">
            <a:extLst xmlns:a="http://schemas.openxmlformats.org/drawingml/2006/main">
              <a:ext uri="{FF2B5EF4-FFF2-40B4-BE49-F238E27FC236}">
                <a16:creationId xmlns:a16="http://schemas.microsoft.com/office/drawing/2014/main" id="{485B49F0-2DD8-4372-81BF-38006CD9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621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8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lane-2-label">
            <a:extLst xmlns:a="http://schemas.openxmlformats.org/drawingml/2006/main">
              <a:ext uri="{FF2B5EF4-FFF2-40B4-BE49-F238E27FC236}">
                <a16:creationId xmlns:a16="http://schemas.microsoft.com/office/drawing/2014/main" id="{70E27B5B-A993-494B-B383-BF207E17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590675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rPr>
              <a:t>conversations</a:t>
            </a:r>
          </a:p>
        </p:txBody>
      </p:sp>
      <p:sp>
        <p:nvSpPr>
          <p:cNvPr id="15" name="lane-2-line">
            <a:extLst xmlns:a="http://schemas.openxmlformats.org/drawingml/2006/main">
              <a:ext uri="{FF2B5EF4-FFF2-40B4-BE49-F238E27FC236}">
                <a16:creationId xmlns:a16="http://schemas.microsoft.com/office/drawing/2014/main" id="{DC6EC298-EACE-460C-B61E-6F6A94CC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240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lane-3-background">
            <a:extLst xmlns:a="http://schemas.openxmlformats.org/drawingml/2006/main">
              <a:ext uri="{FF2B5EF4-FFF2-40B4-BE49-F238E27FC236}">
                <a16:creationId xmlns:a16="http://schemas.microsoft.com/office/drawing/2014/main" id="{0B2201B8-641C-4B33-9B0D-664ABBA5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621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99B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lane-3-label">
            <a:extLst xmlns:a="http://schemas.openxmlformats.org/drawingml/2006/main">
              <a:ext uri="{FF2B5EF4-FFF2-40B4-BE49-F238E27FC236}">
                <a16:creationId xmlns:a16="http://schemas.microsoft.com/office/drawing/2014/main" id="{4E3B05F0-1031-41C7-A953-BD2BDD12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590675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9D9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79D99B"/>
                </a:solidFill>
                <a:latin typeface="Arial Unicode MS"/>
                <a:ea typeface="Arial Unicode MS"/>
                <a:cs typeface="Arial Unicode MS"/>
              </a:rPr>
              <a:t>messages</a:t>
            </a:r>
          </a:p>
        </p:txBody>
      </p:sp>
      <p:sp>
        <p:nvSpPr>
          <p:cNvPr id="18" name="lane-3-line">
            <a:extLst xmlns:a="http://schemas.openxmlformats.org/drawingml/2006/main">
              <a:ext uri="{FF2B5EF4-FFF2-40B4-BE49-F238E27FC236}">
                <a16:creationId xmlns:a16="http://schemas.microsoft.com/office/drawing/2014/main" id="{BE76F1C6-D724-408F-A354-2F75F849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240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lane-4-background">
            <a:extLst xmlns:a="http://schemas.openxmlformats.org/drawingml/2006/main">
              <a:ext uri="{FF2B5EF4-FFF2-40B4-BE49-F238E27FC236}">
                <a16:creationId xmlns:a16="http://schemas.microsoft.com/office/drawing/2014/main" id="{9DEF94A4-4478-4261-9D80-6E9887F3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5621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lane-4-label">
            <a:extLst xmlns:a="http://schemas.openxmlformats.org/drawingml/2006/main">
              <a:ext uri="{FF2B5EF4-FFF2-40B4-BE49-F238E27FC236}">
                <a16:creationId xmlns:a16="http://schemas.microsoft.com/office/drawing/2014/main" id="{565E29D7-D653-4783-B9DF-DD120DEB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590675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rPr>
              <a:t>助手服务</a:t>
            </a:r>
          </a:p>
        </p:txBody>
      </p:sp>
      <p:sp>
        <p:nvSpPr>
          <p:cNvPr id="21" name="lane-4-line">
            <a:extLst xmlns:a="http://schemas.openxmlformats.org/drawingml/2006/main">
              <a:ext uri="{FF2B5EF4-FFF2-40B4-BE49-F238E27FC236}">
                <a16:creationId xmlns:a16="http://schemas.microsoft.com/office/drawing/2014/main" id="{5B958E78-1A98-498D-B790-BA8B4DBA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240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interaction-1-source">
            <a:extLst xmlns:a="http://schemas.openxmlformats.org/drawingml/2006/main">
              <a:ext uri="{FF2B5EF4-FFF2-40B4-BE49-F238E27FC236}">
                <a16:creationId xmlns:a16="http://schemas.microsoft.com/office/drawing/2014/main" id="{7BA88837-E495-4606-989E-ABB90D3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1717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interaction-1-target">
            <a:extLst xmlns:a="http://schemas.openxmlformats.org/drawingml/2006/main">
              <a:ext uri="{FF2B5EF4-FFF2-40B4-BE49-F238E27FC236}">
                <a16:creationId xmlns:a16="http://schemas.microsoft.com/office/drawing/2014/main" id="{9293222B-9612-4B90-B01B-9465B490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1717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interaction-1-visible-h">
            <a:extLst xmlns:a="http://schemas.openxmlformats.org/drawingml/2006/main">
              <a:ext uri="{FF2B5EF4-FFF2-40B4-BE49-F238E27FC236}">
                <a16:creationId xmlns:a16="http://schemas.microsoft.com/office/drawing/2014/main" id="{BCC7DD9A-BE93-4141-8AC4-D7073195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181225"/>
            <a:ext cx="2914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interaction-1-visible-arrow">
            <a:extLst xmlns:a="http://schemas.openxmlformats.org/drawingml/2006/main">
              <a:ext uri="{FF2B5EF4-FFF2-40B4-BE49-F238E27FC236}">
                <a16:creationId xmlns:a16="http://schemas.microsoft.com/office/drawing/2014/main" id="{996B3214-675C-404C-A572-11772FDD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0764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rPr>
              <a:t>›</a:t>
            </a:r>
          </a:p>
        </p:txBody>
      </p:sp>
      <p:cxnSp>
        <p:nvCxnSpPr>
          <p:cNvPr id="26" name="interaction-1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23925" y="2190750"/>
            <a:ext cx="2914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A8FF"/>
            </a:solidFill>
            <a:prstDash val="solid"/>
            <a:headEnd type="arrow" w="med" len="med"/>
          </a:ln>
        </p:spPr>
      </p:cxnSp>
      <p:sp>
        <p:nvSpPr>
          <p:cNvPr id="27" name="interaction-1-label">
            <a:extLst xmlns:a="http://schemas.openxmlformats.org/drawingml/2006/main">
              <a:ext uri="{FF2B5EF4-FFF2-40B4-BE49-F238E27FC236}">
                <a16:creationId xmlns:a16="http://schemas.microsoft.com/office/drawing/2014/main" id="{B7D5F077-9E8D-4CD4-8E32-EB28F498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9621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rPr>
              <a:t>1  创建 / 打开会话</a:t>
            </a:r>
          </a:p>
        </p:txBody>
      </p:sp>
      <p:sp>
        <p:nvSpPr>
          <p:cNvPr id="28" name="interaction-2-source">
            <a:extLst xmlns:a="http://schemas.openxmlformats.org/drawingml/2006/main">
              <a:ext uri="{FF2B5EF4-FFF2-40B4-BE49-F238E27FC236}">
                <a16:creationId xmlns:a16="http://schemas.microsoft.com/office/drawing/2014/main" id="{7C575884-79DC-4A79-95C8-F09526B6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7622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interaction-2-target">
            <a:extLst xmlns:a="http://schemas.openxmlformats.org/drawingml/2006/main">
              <a:ext uri="{FF2B5EF4-FFF2-40B4-BE49-F238E27FC236}">
                <a16:creationId xmlns:a16="http://schemas.microsoft.com/office/drawing/2014/main" id="{ABF3E58C-4C94-4C5B-9789-F5C2A02A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7622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interaction-2-visible-h">
            <a:extLst xmlns:a="http://schemas.openxmlformats.org/drawingml/2006/main">
              <a:ext uri="{FF2B5EF4-FFF2-40B4-BE49-F238E27FC236}">
                <a16:creationId xmlns:a16="http://schemas.microsoft.com/office/drawing/2014/main" id="{EED2982B-B013-4072-81C5-AF3A3608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771775"/>
            <a:ext cx="586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interaction-2-visible-arrow">
            <a:extLst xmlns:a="http://schemas.openxmlformats.org/drawingml/2006/main">
              <a:ext uri="{FF2B5EF4-FFF2-40B4-BE49-F238E27FC236}">
                <a16:creationId xmlns:a16="http://schemas.microsoft.com/office/drawing/2014/main" id="{72DA3A00-54B5-4579-BE13-2E9C42B0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6670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rPr>
              <a:t>›</a:t>
            </a:r>
          </a:p>
        </p:txBody>
      </p:sp>
      <p:cxnSp>
        <p:nvCxnSpPr>
          <p:cNvPr id="32" name="interaction-2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923925" y="2781300"/>
            <a:ext cx="5867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6C7"/>
            </a:solidFill>
            <a:prstDash val="solid"/>
            <a:headEnd type="arrow" w="med" len="med"/>
          </a:ln>
        </p:spPr>
      </p:cxnSp>
      <p:sp>
        <p:nvSpPr>
          <p:cNvPr id="33" name="interaction-2-label">
            <a:extLst xmlns:a="http://schemas.openxmlformats.org/drawingml/2006/main">
              <a:ext uri="{FF2B5EF4-FFF2-40B4-BE49-F238E27FC236}">
                <a16:creationId xmlns:a16="http://schemas.microsoft.com/office/drawing/2014/main" id="{1E186B28-CC69-49A0-A72C-A98D8AB0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52700"/>
            <a:ext cx="567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42D6C7"/>
                </a:solidFill>
                <a:latin typeface="Arial Unicode MS"/>
                <a:ea typeface="Arial Unicode MS"/>
                <a:cs typeface="Arial Unicode MS"/>
              </a:rPr>
              <a:t>2  INSERT role='user'</a:t>
            </a:r>
          </a:p>
        </p:txBody>
      </p:sp>
      <p:sp>
        <p:nvSpPr>
          <p:cNvPr id="34" name="interaction-3-source">
            <a:extLst xmlns:a="http://schemas.openxmlformats.org/drawingml/2006/main">
              <a:ext uri="{FF2B5EF4-FFF2-40B4-BE49-F238E27FC236}">
                <a16:creationId xmlns:a16="http://schemas.microsoft.com/office/drawing/2014/main" id="{41C5318A-E48A-4FFE-A904-078DEBFC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3528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interaction-3-target">
            <a:extLst xmlns:a="http://schemas.openxmlformats.org/drawingml/2006/main">
              <a:ext uri="{FF2B5EF4-FFF2-40B4-BE49-F238E27FC236}">
                <a16:creationId xmlns:a16="http://schemas.microsoft.com/office/drawing/2014/main" id="{A6DAF5CF-2B8C-4B5A-8782-E49AC7FD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3528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interaction-3-visible-h">
            <a:extLst xmlns:a="http://schemas.openxmlformats.org/drawingml/2006/main">
              <a:ext uri="{FF2B5EF4-FFF2-40B4-BE49-F238E27FC236}">
                <a16:creationId xmlns:a16="http://schemas.microsoft.com/office/drawing/2014/main" id="{85F3A1DD-5619-462A-A338-C3C14F06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362325"/>
            <a:ext cx="2914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interaction-3-visible-arrow">
            <a:extLst xmlns:a="http://schemas.openxmlformats.org/drawingml/2006/main">
              <a:ext uri="{FF2B5EF4-FFF2-40B4-BE49-F238E27FC236}">
                <a16:creationId xmlns:a16="http://schemas.microsoft.com/office/drawing/2014/main" id="{DFF1625F-0DD7-4D3F-AE61-67CF863F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2575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9D9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79D99B"/>
                </a:solidFill>
                <a:latin typeface="Arial Unicode MS"/>
                <a:ea typeface="Arial Unicode MS"/>
                <a:cs typeface="Arial Unicode MS"/>
              </a:rPr>
              <a:t>›</a:t>
            </a:r>
          </a:p>
        </p:txBody>
      </p:sp>
      <p:cxnSp>
        <p:nvCxnSpPr>
          <p:cNvPr id="38" name="interaction-3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6829425" y="3371850"/>
            <a:ext cx="2914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9D99B"/>
            </a:solidFill>
            <a:prstDash val="solid"/>
            <a:headEnd type="arrow" w="med" len="med"/>
          </a:ln>
        </p:spPr>
      </p:cxnSp>
      <p:sp>
        <p:nvSpPr>
          <p:cNvPr id="39" name="interaction-3-label">
            <a:extLst xmlns:a="http://schemas.openxmlformats.org/drawingml/2006/main">
              <a:ext uri="{FF2B5EF4-FFF2-40B4-BE49-F238E27FC236}">
                <a16:creationId xmlns:a16="http://schemas.microsoft.com/office/drawing/2014/main" id="{85047AC3-2677-4047-BE11-627FA756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1432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9D9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79D99B"/>
                </a:solidFill>
                <a:latin typeface="Arial Unicode MS"/>
                <a:ea typeface="Arial Unicode MS"/>
                <a:cs typeface="Arial Unicode MS"/>
              </a:rPr>
              <a:t>3  按 conversation_id 读取上下文</a:t>
            </a:r>
          </a:p>
        </p:txBody>
      </p:sp>
      <p:sp>
        <p:nvSpPr>
          <p:cNvPr id="40" name="interaction-4-source">
            <a:extLst xmlns:a="http://schemas.openxmlformats.org/drawingml/2006/main">
              <a:ext uri="{FF2B5EF4-FFF2-40B4-BE49-F238E27FC236}">
                <a16:creationId xmlns:a16="http://schemas.microsoft.com/office/drawing/2014/main" id="{EF5F4181-65AA-4E23-BAD0-535B796D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9433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interaction-4-target">
            <a:extLst xmlns:a="http://schemas.openxmlformats.org/drawingml/2006/main">
              <a:ext uri="{FF2B5EF4-FFF2-40B4-BE49-F238E27FC236}">
                <a16:creationId xmlns:a16="http://schemas.microsoft.com/office/drawing/2014/main" id="{51B9FC74-A09C-44AA-AAED-5335375C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9433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interaction-4-visible-h">
            <a:extLst xmlns:a="http://schemas.openxmlformats.org/drawingml/2006/main">
              <a:ext uri="{FF2B5EF4-FFF2-40B4-BE49-F238E27FC236}">
                <a16:creationId xmlns:a16="http://schemas.microsoft.com/office/drawing/2014/main" id="{F3F7CE7B-5023-463C-B427-F43C0914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952875"/>
            <a:ext cx="2914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interaction-4-visible-arrow">
            <a:extLst xmlns:a="http://schemas.openxmlformats.org/drawingml/2006/main">
              <a:ext uri="{FF2B5EF4-FFF2-40B4-BE49-F238E27FC236}">
                <a16:creationId xmlns:a16="http://schemas.microsoft.com/office/drawing/2014/main" id="{49A35781-E9BE-4280-A320-14D391DC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8481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rPr>
              <a:t>‹</a:t>
            </a:r>
          </a:p>
        </p:txBody>
      </p:sp>
      <p:cxnSp>
        <p:nvCxnSpPr>
          <p:cNvPr id="44" name="interaction-4"/>
          <p:cNvCxnSpPr>
            <a:stCxn xmlns:a="http://schemas.openxmlformats.org/drawingml/2006/main" id="40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>
            <a:off x="6829425" y="3962400"/>
            <a:ext cx="2914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B860"/>
            </a:solidFill>
            <a:prstDash val="solid"/>
            <a:headEnd type="arrow" w="med" len="med"/>
          </a:ln>
        </p:spPr>
      </p:cxnSp>
      <p:sp>
        <p:nvSpPr>
          <p:cNvPr id="45" name="interaction-4-label">
            <a:extLst xmlns:a="http://schemas.openxmlformats.org/drawingml/2006/main">
              <a:ext uri="{FF2B5EF4-FFF2-40B4-BE49-F238E27FC236}">
                <a16:creationId xmlns:a16="http://schemas.microsoft.com/office/drawing/2014/main" id="{4357833E-70C6-4E66-9365-12C18F52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73380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4B860"/>
                </a:solidFill>
                <a:latin typeface="Arial Unicode MS"/>
                <a:ea typeface="Arial Unicode MS"/>
                <a:cs typeface="Arial Unicode MS"/>
              </a:rPr>
              <a:t>4  INSERT role='assistant'</a:t>
            </a:r>
          </a:p>
        </p:txBody>
      </p:sp>
      <p:sp>
        <p:nvSpPr>
          <p:cNvPr id="46" name="interaction-5-source">
            <a:extLst xmlns:a="http://schemas.openxmlformats.org/drawingml/2006/main">
              <a:ext uri="{FF2B5EF4-FFF2-40B4-BE49-F238E27FC236}">
                <a16:creationId xmlns:a16="http://schemas.microsoft.com/office/drawing/2014/main" id="{7E04C76A-02A5-4AC6-A785-5CD5426F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5339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interaction-5-target">
            <a:extLst xmlns:a="http://schemas.openxmlformats.org/drawingml/2006/main">
              <a:ext uri="{FF2B5EF4-FFF2-40B4-BE49-F238E27FC236}">
                <a16:creationId xmlns:a16="http://schemas.microsoft.com/office/drawing/2014/main" id="{3654DEA9-6DA9-4594-B6EE-3123CBA1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5339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interaction-5-visible-h">
            <a:extLst xmlns:a="http://schemas.openxmlformats.org/drawingml/2006/main">
              <a:ext uri="{FF2B5EF4-FFF2-40B4-BE49-F238E27FC236}">
                <a16:creationId xmlns:a16="http://schemas.microsoft.com/office/drawing/2014/main" id="{28692C98-1279-42BF-86AD-FA09844F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543425"/>
            <a:ext cx="2914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interaction-5-visible-arrow">
            <a:extLst xmlns:a="http://schemas.openxmlformats.org/drawingml/2006/main">
              <a:ext uri="{FF2B5EF4-FFF2-40B4-BE49-F238E27FC236}">
                <a16:creationId xmlns:a16="http://schemas.microsoft.com/office/drawing/2014/main" id="{FC2C8534-7902-48B6-8E95-A8CD1FAA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4386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rPr>
              <a:t>‹</a:t>
            </a:r>
          </a:p>
        </p:txBody>
      </p:sp>
      <p:cxnSp>
        <p:nvCxnSpPr>
          <p:cNvPr id="50" name="interaction-5"/>
          <p:cNvCxnSpPr>
            <a:stCxn xmlns:a="http://schemas.openxmlformats.org/drawingml/2006/main" id="46" idx="1"/>
            <a:endCxn xmlns:a="http://schemas.openxmlformats.org/drawingml/2006/main" id="47" idx="3"/>
          </p:cNvCxnSpPr>
          <p:nvPr/>
        </p:nvCxnSpPr>
        <p:spPr>
          <a:xfrm xmlns:a="http://schemas.openxmlformats.org/drawingml/2006/main" flipH="1">
            <a:off x="3876675" y="4552950"/>
            <a:ext cx="2914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A8FF"/>
            </a:solidFill>
            <a:prstDash val="solid"/>
            <a:headEnd type="arrow" w="med" len="med"/>
          </a:ln>
        </p:spPr>
      </p:cxnSp>
      <p:sp>
        <p:nvSpPr>
          <p:cNvPr id="51" name="interaction-5-label">
            <a:extLst xmlns:a="http://schemas.openxmlformats.org/drawingml/2006/main">
              <a:ext uri="{FF2B5EF4-FFF2-40B4-BE49-F238E27FC236}">
                <a16:creationId xmlns:a16="http://schemas.microsoft.com/office/drawing/2014/main" id="{0EBF0B15-24CB-4621-9792-E6AE183C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3243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rPr>
              <a:t>5  应用层刷新 updated_at</a:t>
            </a:r>
          </a:p>
        </p:txBody>
      </p:sp>
      <p:sp>
        <p:nvSpPr>
          <p:cNvPr id="52" name="entity-conversations">
            <a:extLst xmlns:a="http://schemas.openxmlformats.org/drawingml/2006/main">
              <a:ext uri="{FF2B5EF4-FFF2-40B4-BE49-F238E27FC236}">
                <a16:creationId xmlns:a16="http://schemas.microsoft.com/office/drawing/2014/main" id="{7FF9E026-4AF0-45A3-9C80-606E2D34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4095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53" name="entity-conversations-accent">
            <a:extLst xmlns:a="http://schemas.openxmlformats.org/drawingml/2006/main">
              <a:ext uri="{FF2B5EF4-FFF2-40B4-BE49-F238E27FC236}">
                <a16:creationId xmlns:a16="http://schemas.microsoft.com/office/drawing/2014/main" id="{C9CB5E2E-727D-4B2A-99A3-6C827860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entity-conversations-title">
            <a:extLst xmlns:a="http://schemas.openxmlformats.org/drawingml/2006/main">
              <a:ext uri="{FF2B5EF4-FFF2-40B4-BE49-F238E27FC236}">
                <a16:creationId xmlns:a16="http://schemas.microsoft.com/office/drawing/2014/main" id="{8D6C2E77-BD79-4063-AC47-78BE49D7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62575"/>
            <a:ext cx="3790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F6F2E8"/>
                </a:solidFill>
                <a:latin typeface="Menlo"/>
                <a:ea typeface="Menlo"/>
                <a:cs typeface="Menlo"/>
              </a:rPr>
              <a:t>conversations</a:t>
            </a:r>
          </a:p>
        </p:txBody>
      </p:sp>
      <p:sp>
        <p:nvSpPr>
          <p:cNvPr id="55" name="entity-conversations-subtitle">
            <a:extLst xmlns:a="http://schemas.openxmlformats.org/drawingml/2006/main">
              <a:ext uri="{FF2B5EF4-FFF2-40B4-BE49-F238E27FC236}">
                <a16:creationId xmlns:a16="http://schemas.microsoft.com/office/drawing/2014/main" id="{5B05BF7E-A51B-4EF8-972A-96E98112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3790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聊天会话</a:t>
            </a:r>
          </a:p>
        </p:txBody>
      </p:sp>
      <p:sp>
        <p:nvSpPr>
          <p:cNvPr id="56" name="entity-conversations-header-rule">
            <a:extLst xmlns:a="http://schemas.openxmlformats.org/drawingml/2006/main">
              <a:ext uri="{FF2B5EF4-FFF2-40B4-BE49-F238E27FC236}">
                <a16:creationId xmlns:a16="http://schemas.microsoft.com/office/drawing/2014/main" id="{D5FE4136-F139-4CF6-ACCE-84C51F43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62625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entity-conversations-tag-0">
            <a:extLst xmlns:a="http://schemas.openxmlformats.org/drawingml/2006/main">
              <a:ext uri="{FF2B5EF4-FFF2-40B4-BE49-F238E27FC236}">
                <a16:creationId xmlns:a16="http://schemas.microsoft.com/office/drawing/2014/main" id="{93F45CFC-D66C-435D-AD81-5035EA6E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304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1">
                <a:solidFill>
                  <a:srgbClr val="8AA8FF"/>
                </a:solidFill>
                <a:latin typeface="Arial Unicode MS"/>
                <a:ea typeface="Arial Unicode MS"/>
                <a:cs typeface="Arial Unicode MS"/>
              </a:rPr>
              <a:t>PK</a:t>
            </a:r>
          </a:p>
        </p:txBody>
      </p:sp>
      <p:sp>
        <p:nvSpPr>
          <p:cNvPr id="58" name="entity-conversations-field-0">
            <a:extLst xmlns:a="http://schemas.openxmlformats.org/drawingml/2006/main">
              <a:ext uri="{FF2B5EF4-FFF2-40B4-BE49-F238E27FC236}">
                <a16:creationId xmlns:a16="http://schemas.microsoft.com/office/drawing/2014/main" id="{0A2C67DC-81B8-402C-8B87-F629A878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00725"/>
            <a:ext cx="188404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id</a:t>
            </a:r>
          </a:p>
        </p:txBody>
      </p:sp>
      <p:sp>
        <p:nvSpPr>
          <p:cNvPr id="59" name="entity-conversations-type-0">
            <a:extLst xmlns:a="http://schemas.openxmlformats.org/drawingml/2006/main">
              <a:ext uri="{FF2B5EF4-FFF2-40B4-BE49-F238E27FC236}">
                <a16:creationId xmlns:a16="http://schemas.microsoft.com/office/drawing/2014/main" id="{1B23FEFA-C6A0-4163-8A94-121EB012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800725"/>
            <a:ext cx="109251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uuid</a:t>
            </a:r>
          </a:p>
        </p:txBody>
      </p:sp>
      <p:sp>
        <p:nvSpPr>
          <p:cNvPr id="60" name="entity-conversations-tag-1">
            <a:extLst xmlns:a="http://schemas.openxmlformats.org/drawingml/2006/main">
              <a:ext uri="{FF2B5EF4-FFF2-40B4-BE49-F238E27FC236}">
                <a16:creationId xmlns:a16="http://schemas.microsoft.com/office/drawing/2014/main" id="{DD76DF77-58C8-4792-BC8D-0E002A7D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304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rPr>
              <a:t>FK*</a:t>
            </a:r>
          </a:p>
        </p:txBody>
      </p:sp>
      <p:sp>
        <p:nvSpPr>
          <p:cNvPr id="61" name="entity-conversations-field-1">
            <a:extLst xmlns:a="http://schemas.openxmlformats.org/drawingml/2006/main">
              <a:ext uri="{FF2B5EF4-FFF2-40B4-BE49-F238E27FC236}">
                <a16:creationId xmlns:a16="http://schemas.microsoft.com/office/drawing/2014/main" id="{3EEB431E-251F-4396-B478-B8A7A538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34075"/>
            <a:ext cx="188404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knowledge_base_id</a:t>
            </a:r>
          </a:p>
        </p:txBody>
      </p:sp>
      <p:sp>
        <p:nvSpPr>
          <p:cNvPr id="62" name="entity-conversations-type-1">
            <a:extLst xmlns:a="http://schemas.openxmlformats.org/drawingml/2006/main">
              <a:ext uri="{FF2B5EF4-FFF2-40B4-BE49-F238E27FC236}">
                <a16:creationId xmlns:a16="http://schemas.microsoft.com/office/drawing/2014/main" id="{3281ED0A-F81C-42E5-9502-CCDF3344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934075"/>
            <a:ext cx="109251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uuid</a:t>
            </a:r>
          </a:p>
        </p:txBody>
      </p:sp>
      <p:sp>
        <p:nvSpPr>
          <p:cNvPr id="63" name="entity-conversations-field-2">
            <a:extLst xmlns:a="http://schemas.openxmlformats.org/drawingml/2006/main">
              <a:ext uri="{FF2B5EF4-FFF2-40B4-BE49-F238E27FC236}">
                <a16:creationId xmlns:a16="http://schemas.microsoft.com/office/drawing/2014/main" id="{5A270F39-F489-49A5-BEA5-AF3DCA70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67425"/>
            <a:ext cx="188404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updated_at</a:t>
            </a:r>
          </a:p>
        </p:txBody>
      </p:sp>
      <p:sp>
        <p:nvSpPr>
          <p:cNvPr id="64" name="entity-conversations-type-2">
            <a:extLst xmlns:a="http://schemas.openxmlformats.org/drawingml/2006/main">
              <a:ext uri="{FF2B5EF4-FFF2-40B4-BE49-F238E27FC236}">
                <a16:creationId xmlns:a16="http://schemas.microsoft.com/office/drawing/2014/main" id="{0890DC9D-2B44-47E4-82B0-3AE92CB9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6067425"/>
            <a:ext cx="109251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timestamptz</a:t>
            </a:r>
          </a:p>
        </p:txBody>
      </p:sp>
      <p:sp>
        <p:nvSpPr>
          <p:cNvPr id="65" name="entity-messages">
            <a:extLst xmlns:a="http://schemas.openxmlformats.org/drawingml/2006/main">
              <a:ext uri="{FF2B5EF4-FFF2-40B4-BE49-F238E27FC236}">
                <a16:creationId xmlns:a16="http://schemas.microsoft.com/office/drawing/2014/main" id="{311D8648-5169-4643-8CA5-69042962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86375"/>
            <a:ext cx="4095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D38"/>
          </a:solidFill>
          <a:ln xmlns:a="http://schemas.openxmlformats.org/drawingml/2006/main" w="9525">
            <a:solidFill>
              <a:srgbClr val="314468"/>
            </a:solidFill>
            <a:prstDash val="solid"/>
          </a:ln>
        </p:spPr>
      </p:sp>
      <p:sp>
        <p:nvSpPr>
          <p:cNvPr id="66" name="entity-messages-accent">
            <a:extLst xmlns:a="http://schemas.openxmlformats.org/drawingml/2006/main">
              <a:ext uri="{FF2B5EF4-FFF2-40B4-BE49-F238E27FC236}">
                <a16:creationId xmlns:a16="http://schemas.microsoft.com/office/drawing/2014/main" id="{C4885265-B14A-4F5F-AE43-74A9B1DC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8637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entity-messages-title">
            <a:extLst xmlns:a="http://schemas.openxmlformats.org/drawingml/2006/main">
              <a:ext uri="{FF2B5EF4-FFF2-40B4-BE49-F238E27FC236}">
                <a16:creationId xmlns:a16="http://schemas.microsoft.com/office/drawing/2014/main" id="{9C48290E-5F7C-4A03-BC3D-79744518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62575"/>
            <a:ext cx="3790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F6F2E8"/>
                </a:solidFill>
                <a:latin typeface="Menlo"/>
                <a:ea typeface="Menlo"/>
                <a:cs typeface="Menlo"/>
              </a:rPr>
              <a:t>messages</a:t>
            </a:r>
          </a:p>
        </p:txBody>
      </p:sp>
      <p:sp>
        <p:nvSpPr>
          <p:cNvPr id="68" name="entity-messages-subtitle">
            <a:extLst xmlns:a="http://schemas.openxmlformats.org/drawingml/2006/main">
              <a:ext uri="{FF2B5EF4-FFF2-40B4-BE49-F238E27FC236}">
                <a16:creationId xmlns:a16="http://schemas.microsoft.com/office/drawing/2014/main" id="{20884064-87FE-4BB8-B5F0-079895B3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81650"/>
            <a:ext cx="3790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AAB8D3"/>
                </a:solidFill>
                <a:latin typeface="Arial Unicode MS"/>
                <a:ea typeface="Arial Unicode MS"/>
                <a:cs typeface="Arial Unicode MS"/>
              </a:rPr>
              <a:t>会话消息</a:t>
            </a:r>
          </a:p>
        </p:txBody>
      </p:sp>
      <p:sp>
        <p:nvSpPr>
          <p:cNvPr id="69" name="entity-messages-header-rule">
            <a:extLst xmlns:a="http://schemas.openxmlformats.org/drawingml/2006/main">
              <a:ext uri="{FF2B5EF4-FFF2-40B4-BE49-F238E27FC236}">
                <a16:creationId xmlns:a16="http://schemas.microsoft.com/office/drawing/2014/main" id="{9533E309-BF62-4403-B066-F6EC9253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762625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4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entity-messages-tag-0">
            <a:extLst xmlns:a="http://schemas.openxmlformats.org/drawingml/2006/main">
              <a:ext uri="{FF2B5EF4-FFF2-40B4-BE49-F238E27FC236}">
                <a16:creationId xmlns:a16="http://schemas.microsoft.com/office/drawing/2014/main" id="{9EB5A859-8078-4628-AF84-51AC5AAF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810250"/>
            <a:ext cx="304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1">
                <a:solidFill>
                  <a:srgbClr val="F07F8D"/>
                </a:solidFill>
                <a:latin typeface="Arial Unicode MS"/>
                <a:ea typeface="Arial Unicode MS"/>
                <a:cs typeface="Arial Unicode MS"/>
              </a:rPr>
              <a:t>FK*</a:t>
            </a:r>
          </a:p>
        </p:txBody>
      </p:sp>
      <p:sp>
        <p:nvSpPr>
          <p:cNvPr id="71" name="entity-messages-field-0">
            <a:extLst xmlns:a="http://schemas.openxmlformats.org/drawingml/2006/main">
              <a:ext uri="{FF2B5EF4-FFF2-40B4-BE49-F238E27FC236}">
                <a16:creationId xmlns:a16="http://schemas.microsoft.com/office/drawing/2014/main" id="{3886ED5B-871D-4F12-A8BE-19F9EF59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800725"/>
            <a:ext cx="188404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conversation_id</a:t>
            </a:r>
          </a:p>
        </p:txBody>
      </p:sp>
      <p:sp>
        <p:nvSpPr>
          <p:cNvPr id="72" name="entity-messages-type-0">
            <a:extLst xmlns:a="http://schemas.openxmlformats.org/drawingml/2006/main">
              <a:ext uri="{FF2B5EF4-FFF2-40B4-BE49-F238E27FC236}">
                <a16:creationId xmlns:a16="http://schemas.microsoft.com/office/drawing/2014/main" id="{13E9A2FC-F8FB-459B-BEA2-F7801D53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5800725"/>
            <a:ext cx="109251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uuid</a:t>
            </a:r>
          </a:p>
        </p:txBody>
      </p:sp>
      <p:sp>
        <p:nvSpPr>
          <p:cNvPr id="73" name="entity-messages-field-1">
            <a:extLst xmlns:a="http://schemas.openxmlformats.org/drawingml/2006/main">
              <a:ext uri="{FF2B5EF4-FFF2-40B4-BE49-F238E27FC236}">
                <a16:creationId xmlns:a16="http://schemas.microsoft.com/office/drawing/2014/main" id="{C9EC7E23-94BE-484A-BB99-1C53BE6E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934075"/>
            <a:ext cx="188404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role / content</a:t>
            </a:r>
          </a:p>
        </p:txBody>
      </p:sp>
      <p:sp>
        <p:nvSpPr>
          <p:cNvPr id="74" name="entity-messages-type-1">
            <a:extLst xmlns:a="http://schemas.openxmlformats.org/drawingml/2006/main">
              <a:ext uri="{FF2B5EF4-FFF2-40B4-BE49-F238E27FC236}">
                <a16:creationId xmlns:a16="http://schemas.microsoft.com/office/drawing/2014/main" id="{68FE0903-7894-4A18-8AFB-D7CC7FF1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5934075"/>
            <a:ext cx="109251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text</a:t>
            </a:r>
          </a:p>
        </p:txBody>
      </p:sp>
      <p:sp>
        <p:nvSpPr>
          <p:cNvPr id="75" name="entity-messages-field-2">
            <a:extLst xmlns:a="http://schemas.openxmlformats.org/drawingml/2006/main">
              <a:ext uri="{FF2B5EF4-FFF2-40B4-BE49-F238E27FC236}">
                <a16:creationId xmlns:a16="http://schemas.microsoft.com/office/drawing/2014/main" id="{B0CC22E6-EFE3-44C9-BEBE-5CDDA620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67425"/>
            <a:ext cx="188404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6F2E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F6F2E8"/>
                </a:solidFill>
                <a:latin typeface="Menlo"/>
                <a:ea typeface="Menlo"/>
                <a:cs typeface="Menlo"/>
              </a:rPr>
              <a:t>created_at</a:t>
            </a:r>
          </a:p>
        </p:txBody>
      </p:sp>
      <p:sp>
        <p:nvSpPr>
          <p:cNvPr id="76" name="entity-messages-type-2">
            <a:extLst xmlns:a="http://schemas.openxmlformats.org/drawingml/2006/main">
              <a:ext uri="{FF2B5EF4-FFF2-40B4-BE49-F238E27FC236}">
                <a16:creationId xmlns:a16="http://schemas.microsoft.com/office/drawing/2014/main" id="{8ECD1C27-BDEA-4781-9D60-64B048E9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6067425"/>
            <a:ext cx="109251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AB8D3"/>
                </a:solidFill>
                <a:latin typeface="Menlo"/>
                <a:ea typeface="Menlo"/>
                <a:cs typeface="Menlo"/>
              </a:defRPr>
            </a:pPr>
            <a:r>
              <a:rPr sz="675" b="0">
                <a:solidFill>
                  <a:srgbClr val="AAB8D3"/>
                </a:solidFill>
                <a:latin typeface="Menlo"/>
                <a:ea typeface="Menlo"/>
                <a:cs typeface="Menlo"/>
              </a:rPr>
              <a:t>timestamptz</a:t>
            </a:r>
          </a:p>
        </p:txBody>
      </p:sp>
      <p:sp>
        <p:nvSpPr>
          <p:cNvPr id="77" name="sequence-conversation-message-visible-h">
            <a:extLst xmlns:a="http://schemas.openxmlformats.org/drawingml/2006/main">
              <a:ext uri="{FF2B5EF4-FFF2-40B4-BE49-F238E27FC236}">
                <a16:creationId xmlns:a16="http://schemas.microsoft.com/office/drawing/2014/main" id="{FCCDBB15-883B-4637-99CD-7DB49B64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80072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78" name="sequence-conversation-message"/>
          <p:cNvCxnSpPr>
            <a:stCxn xmlns:a="http://schemas.openxmlformats.org/drawingml/2006/main" id="52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4667250" y="581025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9D99B"/>
            </a:solidFill>
            <a:prstDash val="solid"/>
          </a:ln>
        </p:spPr>
      </p:cxnSp>
      <p:sp>
        <p:nvSpPr>
          <p:cNvPr id="79" name="sequence-conversation-message-label">
            <a:extLst xmlns:a="http://schemas.openxmlformats.org/drawingml/2006/main">
              <a:ext uri="{FF2B5EF4-FFF2-40B4-BE49-F238E27FC236}">
                <a16:creationId xmlns:a16="http://schemas.microsoft.com/office/drawing/2014/main" id="{3E003B72-0964-4561-8E5B-74406D1C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578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9D9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79D99B"/>
                </a:solidFill>
                <a:latin typeface="Arial Unicode MS"/>
                <a:ea typeface="Arial Unicode MS"/>
                <a:cs typeface="Arial Unicode MS"/>
              </a:rPr>
              <a:t>1 会话 : N 消息</a:t>
            </a:r>
          </a:p>
        </p:txBody>
      </p:sp>
      <p:sp>
        <p:nvSpPr>
          <p:cNvPr id="80" name="message-order-background">
            <a:extLst xmlns:a="http://schemas.openxmlformats.org/drawingml/2006/main">
              <a:ext uri="{FF2B5EF4-FFF2-40B4-BE49-F238E27FC236}">
                <a16:creationId xmlns:a16="http://schemas.microsoft.com/office/drawing/2014/main" id="{BCDF04A5-CC43-4B55-877F-1B822789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197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99B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message-order-label">
            <a:extLst xmlns:a="http://schemas.openxmlformats.org/drawingml/2006/main">
              <a:ext uri="{FF2B5EF4-FFF2-40B4-BE49-F238E27FC236}">
                <a16:creationId xmlns:a16="http://schemas.microsoft.com/office/drawing/2014/main" id="{C8181EBC-DC28-4582-B0ED-C691AC53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4827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9D9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79D99B"/>
                </a:solidFill>
                <a:latin typeface="Arial Unicode MS"/>
                <a:ea typeface="Arial Unicode MS"/>
                <a:cs typeface="Arial Unicode MS"/>
              </a:rPr>
              <a:t>读取排序：ORDER BY created_at, id</a:t>
            </a:r>
          </a:p>
        </p:txBody>
      </p:sp>
    </p:spTree>
    <p:extLst>
      <p:ext uri="{BB962C8B-B14F-4D97-AF65-F5344CB8AC3E}">
        <p14:creationId xmlns:p14="http://schemas.microsoft.com/office/powerpoint/2010/main" val="1635270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2026-06-13T08:32:38.4800000Z</dcterms:created>
  <dcterms:modified xsi:type="dcterms:W3CDTF">2026-06-13T08:32:38.4800000Z</dcterms:modified>
</coreProperties>
</file>